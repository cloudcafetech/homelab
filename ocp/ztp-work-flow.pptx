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22E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51554-9815-958D-CE90-85F20E952B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C3F50-490F-BC2E-985A-081DAB5690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CB3FBB-FEFA-583A-59C0-5B469F857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DC7E2-BD84-4B87-A2A2-E22DB4B76BFE}" type="datetimeFigureOut">
              <a:rPr lang="en-US" smtClean="0"/>
              <a:t>28-Feb-26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F19CFC-BEC1-8187-E0AF-051C2901B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BA793-76DE-7DF2-43C1-DCC916BE9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44C17-5131-4E2F-844E-783B758788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645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5E2BD-3C2B-707F-103D-1877CF2DE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6A9A13-595C-7356-B8BF-FCB6E242E8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DA0375-EECB-2A37-0F12-1C0669C85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DC7E2-BD84-4B87-A2A2-E22DB4B76BFE}" type="datetimeFigureOut">
              <a:rPr lang="en-US" smtClean="0"/>
              <a:t>28-Feb-26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5AD369-855D-E161-8A79-8EFA0BEF2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516621-C8BB-6E6E-AF1D-0AFBC5285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44C17-5131-4E2F-844E-783B758788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4267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13B82-C726-9698-F0BE-ACF677ED54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1812AE-9F66-C139-BB5A-93A11979A6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90722B-B4AE-5240-F04B-C1FD64BDF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DC7E2-BD84-4B87-A2A2-E22DB4B76BFE}" type="datetimeFigureOut">
              <a:rPr lang="en-US" smtClean="0"/>
              <a:t>28-Feb-26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067FB9-59DF-1300-CD86-285A8744B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B778A5-5A4F-34F8-DD00-478FCE262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44C17-5131-4E2F-844E-783B758788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008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2C15C-DC4D-DA92-F34A-C3805CB56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135BC1-C3BD-329D-4519-4B842E2B12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3DE7BF-3A7A-7C6D-A309-DEB0A61972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40559C-E66C-998D-94CA-C7F42410A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DC7E2-BD84-4B87-A2A2-E22DB4B76BFE}" type="datetimeFigureOut">
              <a:rPr lang="en-US" smtClean="0"/>
              <a:t>28-Feb-26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E295F3-B335-A74B-F7FF-54419934E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D12A07-7602-B4C5-4FD8-3D21BCE44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44C17-5131-4E2F-844E-783B758788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680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1A518-5A12-C273-5F7D-51CFA7E685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646FEE-32E9-5C21-BE82-681B2B2DE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DE05F6-DD38-7419-5238-49585ED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70D7C0-62CB-2681-9C48-7D3609798A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3472D1-FD46-1C4F-AAEF-CFB67A1009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F8BD96-2921-7A01-EBCA-F0BD0A4B6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DC7E2-BD84-4B87-A2A2-E22DB4B76BFE}" type="datetimeFigureOut">
              <a:rPr lang="en-US" smtClean="0"/>
              <a:t>28-Feb-26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4EE8FC-193A-384B-CF08-7149504E4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91E661-97E5-EF4F-4579-65845F29F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44C17-5131-4E2F-844E-783B758788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9351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390C0-B285-150B-4232-E15B14D4E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905DA7-AC9D-CC13-CFF8-30C9844BE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DC7E2-BD84-4B87-A2A2-E22DB4B76BFE}" type="datetimeFigureOut">
              <a:rPr lang="en-US" smtClean="0"/>
              <a:t>28-Feb-26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8C01CD-F70D-5EEB-E34E-F726FC128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FCFFD9-AC4C-83E8-0B2A-9DBB36FD7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44C17-5131-4E2F-844E-783B758788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0713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FB6818-017C-69D7-DEA4-9A099D258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DC7E2-BD84-4B87-A2A2-E22DB4B76BFE}" type="datetimeFigureOut">
              <a:rPr lang="en-US" smtClean="0"/>
              <a:t>28-Feb-26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B0C39E-409A-0234-17BB-A9E11053D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B35690-FB4C-DE74-A4B2-6012BE432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44C17-5131-4E2F-844E-783B758788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408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D25AD-80FB-B6C1-E2DF-0406B8D6B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14165-A1AF-A3BC-8DCF-52CE1717D1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A1B135-47BE-94C8-4AF7-11B383EA36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83BAC7-5F4D-C207-431F-4738A10C5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DC7E2-BD84-4B87-A2A2-E22DB4B76BFE}" type="datetimeFigureOut">
              <a:rPr lang="en-US" smtClean="0"/>
              <a:t>28-Feb-26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5F16AB-AADC-D28E-8838-DA15C0029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A8AAD5-51F3-ACC0-9491-CE0B9BB81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44C17-5131-4E2F-844E-783B758788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3115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C120A-9215-2F7D-6ECF-F64146662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23E476-02C2-E469-9287-513FEBD5DB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EC8E81-531B-7B73-5F5F-83ADC26167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D81D2F-D996-13A3-1F43-73692D0BA8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DC7E2-BD84-4B87-A2A2-E22DB4B76BFE}" type="datetimeFigureOut">
              <a:rPr lang="en-US" smtClean="0"/>
              <a:t>28-Feb-26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FCA5E3-99C5-6CD6-9EE1-79CDE96A1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501006-AD14-0240-7BCB-42B5E46B5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44C17-5131-4E2F-844E-783B758788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2905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C5409-C3B6-502A-F5B1-EA300BA9A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01F79D-5508-1626-91E2-79D1ED42A3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96FF3-10A2-AC82-A8E7-D082BDA94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DC7E2-BD84-4B87-A2A2-E22DB4B76BFE}" type="datetimeFigureOut">
              <a:rPr lang="en-US" smtClean="0"/>
              <a:t>28-Feb-26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BD8D90-9496-FB2F-AA43-92FF11B39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93D8E8-B668-8748-9E00-BC6FD3B31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44C17-5131-4E2F-844E-783B758788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315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7DB55F-C122-7027-3B06-6FE3CF2376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785E5E-D70A-0513-F807-64D6D18CB8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E35109-FDFC-BF5B-11C7-6880B1774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DC7E2-BD84-4B87-A2A2-E22DB4B76BFE}" type="datetimeFigureOut">
              <a:rPr lang="en-US" smtClean="0"/>
              <a:t>28-Feb-26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BF8333-F1A6-16E5-4C74-095EEB2DFA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9855D2-3462-632D-3E47-2DA2D55C9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44C17-5131-4E2F-844E-783B758788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1781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6E2842-82F4-2E58-B146-F4C250EFE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A5B65A-3773-6E2C-E72A-2FF038313A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AE9194-56D7-AE4C-9FCA-EC1EE6C47E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3DC7E2-BD84-4B87-A2A2-E22DB4B76BFE}" type="datetimeFigureOut">
              <a:rPr lang="en-US" smtClean="0"/>
              <a:t>28-Feb-26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DBEEB5-4CBE-A3D2-76A0-874C6E59A8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575B4B-0C2D-E7B3-99A7-CD6A3C33BD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D44C17-5131-4E2F-844E-783B758788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235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hyperlink" Target="http://192.168.0.159:3000/cloudcafe/homelab" TargetMode="External"/><Relationship Id="rId3" Type="http://schemas.openxmlformats.org/officeDocument/2006/relationships/image" Target="../media/image2.png"/><Relationship Id="rId21" Type="http://schemas.openxmlformats.org/officeDocument/2006/relationships/hyperlink" Target="https://console-openshift-console.apps.sno2-ztp.pkar.tech/" TargetMode="External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18.png"/><Relationship Id="rId2" Type="http://schemas.openxmlformats.org/officeDocument/2006/relationships/image" Target="../media/image1.jpeg"/><Relationship Id="rId16" Type="http://schemas.openxmlformats.org/officeDocument/2006/relationships/image" Target="../media/image15.png"/><Relationship Id="rId20" Type="http://schemas.openxmlformats.org/officeDocument/2006/relationships/hyperlink" Target="https://console-openshift-console.apps.sno-ztp.pkar.tech/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17.jpeg"/><Relationship Id="rId5" Type="http://schemas.openxmlformats.org/officeDocument/2006/relationships/image" Target="../media/image4.jpeg"/><Relationship Id="rId15" Type="http://schemas.openxmlformats.org/officeDocument/2006/relationships/image" Target="../media/image14.png"/><Relationship Id="rId23" Type="http://schemas.openxmlformats.org/officeDocument/2006/relationships/hyperlink" Target="https://mirror-registry2.pkar.tech:8443/" TargetMode="External"/><Relationship Id="rId10" Type="http://schemas.openxmlformats.org/officeDocument/2006/relationships/image" Target="../media/image9.png"/><Relationship Id="rId19" Type="http://schemas.openxmlformats.org/officeDocument/2006/relationships/hyperlink" Target="https://console-openshift-console.apps.sno-acm.pkar.tech/" TargetMode="External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hyperlink" Target="https://mirror-registry.pkar.tech:8443/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4.jpeg"/><Relationship Id="rId18" Type="http://schemas.openxmlformats.org/officeDocument/2006/relationships/image" Target="../media/image25.png"/><Relationship Id="rId3" Type="http://schemas.openxmlformats.org/officeDocument/2006/relationships/image" Target="../media/image6.png"/><Relationship Id="rId7" Type="http://schemas.openxmlformats.org/officeDocument/2006/relationships/image" Target="../media/image23.png"/><Relationship Id="rId12" Type="http://schemas.openxmlformats.org/officeDocument/2006/relationships/image" Target="../media/image3.png"/><Relationship Id="rId17" Type="http://schemas.openxmlformats.org/officeDocument/2006/relationships/image" Target="../media/image12.png"/><Relationship Id="rId2" Type="http://schemas.openxmlformats.org/officeDocument/2006/relationships/image" Target="../media/image20.jpeg"/><Relationship Id="rId16" Type="http://schemas.openxmlformats.org/officeDocument/2006/relationships/image" Target="../media/image11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11" Type="http://schemas.openxmlformats.org/officeDocument/2006/relationships/image" Target="../media/image2.png"/><Relationship Id="rId5" Type="http://schemas.openxmlformats.org/officeDocument/2006/relationships/image" Target="../media/image21.png"/><Relationship Id="rId15" Type="http://schemas.openxmlformats.org/officeDocument/2006/relationships/image" Target="../media/image10.png"/><Relationship Id="rId10" Type="http://schemas.openxmlformats.org/officeDocument/2006/relationships/image" Target="../media/image1.jpeg"/><Relationship Id="rId19" Type="http://schemas.openxmlformats.org/officeDocument/2006/relationships/image" Target="../media/image16.png"/><Relationship Id="rId4" Type="http://schemas.openxmlformats.org/officeDocument/2006/relationships/image" Target="../media/image9.png"/><Relationship Id="rId9" Type="http://schemas.openxmlformats.org/officeDocument/2006/relationships/image" Target="../media/image13.png"/><Relationship Id="rId1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03" name="Group 1102">
            <a:extLst>
              <a:ext uri="{FF2B5EF4-FFF2-40B4-BE49-F238E27FC236}">
                <a16:creationId xmlns:a16="http://schemas.microsoft.com/office/drawing/2014/main" id="{C912B2D4-83AD-B88C-3EE6-5EDA8A393CDD}"/>
              </a:ext>
            </a:extLst>
          </p:cNvPr>
          <p:cNvGrpSpPr/>
          <p:nvPr/>
        </p:nvGrpSpPr>
        <p:grpSpPr>
          <a:xfrm>
            <a:off x="4971621" y="2709426"/>
            <a:ext cx="2138787" cy="1519665"/>
            <a:chOff x="4977976" y="4824144"/>
            <a:chExt cx="2138787" cy="1519665"/>
          </a:xfrm>
        </p:grpSpPr>
        <p:pic>
          <p:nvPicPr>
            <p:cNvPr id="1038" name="Picture 14" descr="ThinkCentre M710 Tiny | 1L Micro ...">
              <a:extLst>
                <a:ext uri="{FF2B5EF4-FFF2-40B4-BE49-F238E27FC236}">
                  <a16:creationId xmlns:a16="http://schemas.microsoft.com/office/drawing/2014/main" id="{00FD57B0-2D43-16D1-DB28-6931A6834B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77976" y="4824144"/>
              <a:ext cx="2138787" cy="15196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560C5E97-5B74-2201-166E-61CCC0C10D0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42571" y="5249381"/>
              <a:ext cx="430438" cy="415335"/>
            </a:xfrm>
            <a:prstGeom prst="rect">
              <a:avLst/>
            </a:prstGeom>
          </p:spPr>
        </p:pic>
        <p:pic>
          <p:nvPicPr>
            <p:cNvPr id="1025" name="Picture 1024">
              <a:extLst>
                <a:ext uri="{FF2B5EF4-FFF2-40B4-BE49-F238E27FC236}">
                  <a16:creationId xmlns:a16="http://schemas.microsoft.com/office/drawing/2014/main" id="{75281106-AB1F-388F-7C7C-125F68865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73009" y="5617617"/>
              <a:ext cx="296767" cy="263793"/>
            </a:xfrm>
            <a:prstGeom prst="rect">
              <a:avLst/>
            </a:prstGeom>
          </p:spPr>
        </p:pic>
        <p:sp>
          <p:nvSpPr>
            <p:cNvPr id="1065" name="TextBox 1064">
              <a:extLst>
                <a:ext uri="{FF2B5EF4-FFF2-40B4-BE49-F238E27FC236}">
                  <a16:creationId xmlns:a16="http://schemas.microsoft.com/office/drawing/2014/main" id="{2202DDF8-065E-6FFB-65A2-E45223574F25}"/>
                </a:ext>
              </a:extLst>
            </p:cNvPr>
            <p:cNvSpPr txBox="1"/>
            <p:nvPr/>
          </p:nvSpPr>
          <p:spPr>
            <a:xfrm>
              <a:off x="5281308" y="5881410"/>
              <a:ext cx="162938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192.168.0.160/24</a:t>
              </a:r>
            </a:p>
          </p:txBody>
        </p:sp>
      </p:grp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6AA2B67-4677-7788-E595-62CA112215FC}"/>
              </a:ext>
            </a:extLst>
          </p:cNvPr>
          <p:cNvCxnSpPr>
            <a:cxnSpLocks/>
            <a:endCxn id="61" idx="0"/>
          </p:cNvCxnSpPr>
          <p:nvPr/>
        </p:nvCxnSpPr>
        <p:spPr>
          <a:xfrm flipH="1">
            <a:off x="6051435" y="2222295"/>
            <a:ext cx="6355" cy="9123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4" descr="ThinkCentre M710 Tiny | 1L Micro ...">
            <a:extLst>
              <a:ext uri="{FF2B5EF4-FFF2-40B4-BE49-F238E27FC236}">
                <a16:creationId xmlns:a16="http://schemas.microsoft.com/office/drawing/2014/main" id="{F446F749-E910-C5D9-65EA-67875191E9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325" y="4084452"/>
            <a:ext cx="2138787" cy="1519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TP-Link TL-MR3420 300 Mbps 2.4GHz 3G/4G ...">
            <a:extLst>
              <a:ext uri="{FF2B5EF4-FFF2-40B4-BE49-F238E27FC236}">
                <a16:creationId xmlns:a16="http://schemas.microsoft.com/office/drawing/2014/main" id="{2ABAF024-5732-416E-59AA-50E1C8AE2E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6163" y="333386"/>
            <a:ext cx="1152351" cy="886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455CF29-C4AD-7DEC-6B96-C604B9BBFC67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1110343" y="862874"/>
            <a:ext cx="4343400" cy="1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4736E5A0-33A5-4FDB-5D00-00FC68D1F2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7250" y="255413"/>
            <a:ext cx="1470373" cy="980249"/>
          </a:xfrm>
          <a:prstGeom prst="rect">
            <a:avLst/>
          </a:prstGeom>
        </p:spPr>
      </p:pic>
      <p:pic>
        <p:nvPicPr>
          <p:cNvPr id="10" name="Picture 6" descr="Internet logo Images - Free Download on ...">
            <a:extLst>
              <a:ext uri="{FF2B5EF4-FFF2-40B4-BE49-F238E27FC236}">
                <a16:creationId xmlns:a16="http://schemas.microsoft.com/office/drawing/2014/main" id="{661774B9-FEC4-36B4-0A43-B7FA732A8C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308" y="505857"/>
            <a:ext cx="714035" cy="7140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8FBA9DEB-9A6A-FD5F-E618-F48786F5523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14456" y="2878363"/>
            <a:ext cx="829022" cy="1075266"/>
          </a:xfrm>
          <a:prstGeom prst="rect">
            <a:avLst/>
          </a:prstGeom>
        </p:spPr>
      </p:pic>
      <p:grpSp>
        <p:nvGrpSpPr>
          <p:cNvPr id="37" name="Group 36">
            <a:extLst>
              <a:ext uri="{FF2B5EF4-FFF2-40B4-BE49-F238E27FC236}">
                <a16:creationId xmlns:a16="http://schemas.microsoft.com/office/drawing/2014/main" id="{2C3AD18C-4CC6-0EBB-6F60-911BBB220CE6}"/>
              </a:ext>
            </a:extLst>
          </p:cNvPr>
          <p:cNvGrpSpPr/>
          <p:nvPr/>
        </p:nvGrpSpPr>
        <p:grpSpPr>
          <a:xfrm>
            <a:off x="789679" y="2914989"/>
            <a:ext cx="816921" cy="974219"/>
            <a:chOff x="7493898" y="2521679"/>
            <a:chExt cx="720904" cy="907321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23353A7F-3EDA-8C2A-2008-68E3D4E3900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493898" y="2612163"/>
              <a:ext cx="676443" cy="816837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701E1F9-7C10-16F9-5914-0FFDD88A0C33}"/>
                </a:ext>
              </a:extLst>
            </p:cNvPr>
            <p:cNvSpPr txBox="1"/>
            <p:nvPr/>
          </p:nvSpPr>
          <p:spPr>
            <a:xfrm>
              <a:off x="7538360" y="2521679"/>
              <a:ext cx="67644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SNO2-ZTP</a:t>
              </a:r>
            </a:p>
          </p:txBody>
        </p: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F5DED95-C7C4-0752-8646-808124285CF6}"/>
              </a:ext>
            </a:extLst>
          </p:cNvPr>
          <p:cNvCxnSpPr>
            <a:cxnSpLocks/>
          </p:cNvCxnSpPr>
          <p:nvPr/>
        </p:nvCxnSpPr>
        <p:spPr>
          <a:xfrm>
            <a:off x="3674987" y="2220686"/>
            <a:ext cx="44356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A9851820-163A-17B1-B760-01D5FB6D1FBC}"/>
              </a:ext>
            </a:extLst>
          </p:cNvPr>
          <p:cNvCxnSpPr>
            <a:cxnSpLocks/>
          </p:cNvCxnSpPr>
          <p:nvPr/>
        </p:nvCxnSpPr>
        <p:spPr>
          <a:xfrm rot="5400000">
            <a:off x="1967751" y="3146922"/>
            <a:ext cx="2632875" cy="78415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Picture 58">
            <a:extLst>
              <a:ext uri="{FF2B5EF4-FFF2-40B4-BE49-F238E27FC236}">
                <a16:creationId xmlns:a16="http://schemas.microsoft.com/office/drawing/2014/main" id="{CD7C751E-679C-8CE4-B50A-B607C101E6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878" y="4509690"/>
            <a:ext cx="430438" cy="415335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7EF02718-F9DD-7932-6C7B-18FF6CBB3D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89604" y="4844283"/>
            <a:ext cx="296767" cy="263793"/>
          </a:xfrm>
          <a:prstGeom prst="rect">
            <a:avLst/>
          </a:prstGeom>
        </p:spPr>
      </p:pic>
      <p:pic>
        <p:nvPicPr>
          <p:cNvPr id="1039" name="Picture 14" descr="ThinkCentre M710 Tiny | 1L Micro ...">
            <a:extLst>
              <a:ext uri="{FF2B5EF4-FFF2-40B4-BE49-F238E27FC236}">
                <a16:creationId xmlns:a16="http://schemas.microsoft.com/office/drawing/2014/main" id="{AB35F14F-A580-CBC5-0A5A-7A31359DD7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93047" y="4097456"/>
            <a:ext cx="2138787" cy="1519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1" name="Picture 1040">
            <a:extLst>
              <a:ext uri="{FF2B5EF4-FFF2-40B4-BE49-F238E27FC236}">
                <a16:creationId xmlns:a16="http://schemas.microsoft.com/office/drawing/2014/main" id="{84B099EF-4BA8-CD95-6D04-7FF504EA8AE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54178" y="2891367"/>
            <a:ext cx="829022" cy="1075266"/>
          </a:xfrm>
          <a:prstGeom prst="rect">
            <a:avLst/>
          </a:prstGeom>
        </p:spPr>
      </p:pic>
      <p:grpSp>
        <p:nvGrpSpPr>
          <p:cNvPr id="1043" name="Group 1042">
            <a:extLst>
              <a:ext uri="{FF2B5EF4-FFF2-40B4-BE49-F238E27FC236}">
                <a16:creationId xmlns:a16="http://schemas.microsoft.com/office/drawing/2014/main" id="{DB75E79B-B5F2-C9AC-E784-F921AE83E6BD}"/>
              </a:ext>
            </a:extLst>
          </p:cNvPr>
          <p:cNvGrpSpPr/>
          <p:nvPr/>
        </p:nvGrpSpPr>
        <p:grpSpPr>
          <a:xfrm>
            <a:off x="9329401" y="2927993"/>
            <a:ext cx="816921" cy="974219"/>
            <a:chOff x="7493898" y="2521679"/>
            <a:chExt cx="720904" cy="907321"/>
          </a:xfrm>
        </p:grpSpPr>
        <p:pic>
          <p:nvPicPr>
            <p:cNvPr id="1045" name="Picture 1044">
              <a:extLst>
                <a:ext uri="{FF2B5EF4-FFF2-40B4-BE49-F238E27FC236}">
                  <a16:creationId xmlns:a16="http://schemas.microsoft.com/office/drawing/2014/main" id="{77DB0880-1DA5-61A8-DAB1-92DBF3A85DB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493898" y="2612163"/>
              <a:ext cx="676443" cy="816837"/>
            </a:xfrm>
            <a:prstGeom prst="rect">
              <a:avLst/>
            </a:prstGeom>
          </p:spPr>
        </p:pic>
        <p:sp>
          <p:nvSpPr>
            <p:cNvPr id="1047" name="TextBox 1046">
              <a:extLst>
                <a:ext uri="{FF2B5EF4-FFF2-40B4-BE49-F238E27FC236}">
                  <a16:creationId xmlns:a16="http://schemas.microsoft.com/office/drawing/2014/main" id="{5F8B203D-E2E9-FE7B-A94E-6944F0A89A9F}"/>
                </a:ext>
              </a:extLst>
            </p:cNvPr>
            <p:cNvSpPr txBox="1"/>
            <p:nvPr/>
          </p:nvSpPr>
          <p:spPr>
            <a:xfrm>
              <a:off x="7538360" y="2521679"/>
              <a:ext cx="676442" cy="2149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SNO-ZTP</a:t>
              </a:r>
            </a:p>
          </p:txBody>
        </p:sp>
      </p:grpSp>
      <p:pic>
        <p:nvPicPr>
          <p:cNvPr id="1049" name="Picture 1048">
            <a:extLst>
              <a:ext uri="{FF2B5EF4-FFF2-40B4-BE49-F238E27FC236}">
                <a16:creationId xmlns:a16="http://schemas.microsoft.com/office/drawing/2014/main" id="{C3F00CF3-C6B6-CFB9-5D63-73D43F371D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5600" y="4522694"/>
            <a:ext cx="430438" cy="415335"/>
          </a:xfrm>
          <a:prstGeom prst="rect">
            <a:avLst/>
          </a:prstGeom>
        </p:spPr>
      </p:pic>
      <p:pic>
        <p:nvPicPr>
          <p:cNvPr id="1051" name="Picture 1050">
            <a:extLst>
              <a:ext uri="{FF2B5EF4-FFF2-40B4-BE49-F238E27FC236}">
                <a16:creationId xmlns:a16="http://schemas.microsoft.com/office/drawing/2014/main" id="{BC238513-7DA6-E6B5-3C83-49AF6561A1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29326" y="4857287"/>
            <a:ext cx="296767" cy="263793"/>
          </a:xfrm>
          <a:prstGeom prst="rect">
            <a:avLst/>
          </a:prstGeom>
        </p:spPr>
      </p:pic>
      <p:cxnSp>
        <p:nvCxnSpPr>
          <p:cNvPr id="1053" name="Straight Arrow Connector 1052">
            <a:extLst>
              <a:ext uri="{FF2B5EF4-FFF2-40B4-BE49-F238E27FC236}">
                <a16:creationId xmlns:a16="http://schemas.microsoft.com/office/drawing/2014/main" id="{F8C0C040-7056-6CC2-24F6-4912389FEF1B}"/>
              </a:ext>
            </a:extLst>
          </p:cNvPr>
          <p:cNvCxnSpPr>
            <a:stCxn id="38" idx="2"/>
          </p:cNvCxnSpPr>
          <p:nvPr/>
        </p:nvCxnSpPr>
        <p:spPr>
          <a:xfrm>
            <a:off x="1172948" y="3889208"/>
            <a:ext cx="634080" cy="620482"/>
          </a:xfrm>
          <a:prstGeom prst="straightConnector1">
            <a:avLst/>
          </a:prstGeom>
          <a:ln>
            <a:solidFill>
              <a:schemeClr val="accent1"/>
            </a:solidFill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4" name="Straight Arrow Connector 1053">
            <a:extLst>
              <a:ext uri="{FF2B5EF4-FFF2-40B4-BE49-F238E27FC236}">
                <a16:creationId xmlns:a16="http://schemas.microsoft.com/office/drawing/2014/main" id="{C7880381-68D8-18C6-554D-7B37512319A8}"/>
              </a:ext>
            </a:extLst>
          </p:cNvPr>
          <p:cNvCxnSpPr>
            <a:cxnSpLocks/>
          </p:cNvCxnSpPr>
          <p:nvPr/>
        </p:nvCxnSpPr>
        <p:spPr>
          <a:xfrm flipH="1">
            <a:off x="1840165" y="3878322"/>
            <a:ext cx="541848" cy="6468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8" name="Connector: Elbow 1057">
            <a:extLst>
              <a:ext uri="{FF2B5EF4-FFF2-40B4-BE49-F238E27FC236}">
                <a16:creationId xmlns:a16="http://schemas.microsoft.com/office/drawing/2014/main" id="{A0DDC6CB-85B4-6877-4871-4DCF6F8022F5}"/>
              </a:ext>
            </a:extLst>
          </p:cNvPr>
          <p:cNvCxnSpPr>
            <a:endCxn id="1039" idx="1"/>
          </p:cNvCxnSpPr>
          <p:nvPr/>
        </p:nvCxnSpPr>
        <p:spPr>
          <a:xfrm rot="16200000" flipH="1">
            <a:off x="7383562" y="2947803"/>
            <a:ext cx="2636603" cy="118236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9" name="Straight Arrow Connector 1058">
            <a:extLst>
              <a:ext uri="{FF2B5EF4-FFF2-40B4-BE49-F238E27FC236}">
                <a16:creationId xmlns:a16="http://schemas.microsoft.com/office/drawing/2014/main" id="{5E4D237F-1AFC-1E28-5978-C225CB105633}"/>
              </a:ext>
            </a:extLst>
          </p:cNvPr>
          <p:cNvCxnSpPr/>
          <p:nvPr/>
        </p:nvCxnSpPr>
        <p:spPr>
          <a:xfrm>
            <a:off x="9699009" y="3889208"/>
            <a:ext cx="634080" cy="620482"/>
          </a:xfrm>
          <a:prstGeom prst="straightConnector1">
            <a:avLst/>
          </a:prstGeom>
          <a:ln>
            <a:solidFill>
              <a:schemeClr val="accent1"/>
            </a:solidFill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0" name="Straight Arrow Connector 1059">
            <a:extLst>
              <a:ext uri="{FF2B5EF4-FFF2-40B4-BE49-F238E27FC236}">
                <a16:creationId xmlns:a16="http://schemas.microsoft.com/office/drawing/2014/main" id="{A4BB6C8D-F9E4-A5A4-9A81-AE967E7E3C74}"/>
              </a:ext>
            </a:extLst>
          </p:cNvPr>
          <p:cNvCxnSpPr>
            <a:cxnSpLocks/>
          </p:cNvCxnSpPr>
          <p:nvPr/>
        </p:nvCxnSpPr>
        <p:spPr>
          <a:xfrm flipH="1">
            <a:off x="10366226" y="3878322"/>
            <a:ext cx="541848" cy="646839"/>
          </a:xfrm>
          <a:prstGeom prst="straightConnector1">
            <a:avLst/>
          </a:prstGeom>
          <a:ln>
            <a:solidFill>
              <a:schemeClr val="accent1"/>
            </a:solidFill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1" name="TextBox 1060">
            <a:extLst>
              <a:ext uri="{FF2B5EF4-FFF2-40B4-BE49-F238E27FC236}">
                <a16:creationId xmlns:a16="http://schemas.microsoft.com/office/drawing/2014/main" id="{FD488C1A-D6F9-1718-EBEB-645A1ECE624E}"/>
              </a:ext>
            </a:extLst>
          </p:cNvPr>
          <p:cNvSpPr txBox="1"/>
          <p:nvPr/>
        </p:nvSpPr>
        <p:spPr>
          <a:xfrm>
            <a:off x="2528967" y="1095922"/>
            <a:ext cx="14108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192.168.1.0/24</a:t>
            </a:r>
          </a:p>
        </p:txBody>
      </p:sp>
      <p:sp>
        <p:nvSpPr>
          <p:cNvPr id="1062" name="TextBox 1061">
            <a:extLst>
              <a:ext uri="{FF2B5EF4-FFF2-40B4-BE49-F238E27FC236}">
                <a16:creationId xmlns:a16="http://schemas.microsoft.com/office/drawing/2014/main" id="{2DEC3094-3C8D-CC30-20DD-FE24B45A6F48}"/>
              </a:ext>
            </a:extLst>
          </p:cNvPr>
          <p:cNvSpPr txBox="1"/>
          <p:nvPr/>
        </p:nvSpPr>
        <p:spPr>
          <a:xfrm>
            <a:off x="5402250" y="1139164"/>
            <a:ext cx="14108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192.168.0.0/24</a:t>
            </a:r>
          </a:p>
        </p:txBody>
      </p:sp>
      <p:cxnSp>
        <p:nvCxnSpPr>
          <p:cNvPr id="1064" name="Straight Arrow Connector 1063">
            <a:extLst>
              <a:ext uri="{FF2B5EF4-FFF2-40B4-BE49-F238E27FC236}">
                <a16:creationId xmlns:a16="http://schemas.microsoft.com/office/drawing/2014/main" id="{07CEECFC-359D-1398-97EA-B9788379A989}"/>
              </a:ext>
            </a:extLst>
          </p:cNvPr>
          <p:cNvCxnSpPr>
            <a:cxnSpLocks/>
          </p:cNvCxnSpPr>
          <p:nvPr/>
        </p:nvCxnSpPr>
        <p:spPr>
          <a:xfrm>
            <a:off x="6057790" y="1437665"/>
            <a:ext cx="0" cy="77374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6" name="TextBox 1065">
            <a:extLst>
              <a:ext uri="{FF2B5EF4-FFF2-40B4-BE49-F238E27FC236}">
                <a16:creationId xmlns:a16="http://schemas.microsoft.com/office/drawing/2014/main" id="{118AE256-9A58-8B6F-135D-099C2DCF412F}"/>
              </a:ext>
            </a:extLst>
          </p:cNvPr>
          <p:cNvSpPr txBox="1"/>
          <p:nvPr/>
        </p:nvSpPr>
        <p:spPr>
          <a:xfrm>
            <a:off x="9646030" y="5157163"/>
            <a:ext cx="1629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192.168.0.161/24</a:t>
            </a:r>
          </a:p>
        </p:txBody>
      </p:sp>
      <p:sp>
        <p:nvSpPr>
          <p:cNvPr id="1067" name="TextBox 1066">
            <a:extLst>
              <a:ext uri="{FF2B5EF4-FFF2-40B4-BE49-F238E27FC236}">
                <a16:creationId xmlns:a16="http://schemas.microsoft.com/office/drawing/2014/main" id="{1B2851B9-46FF-BDFD-6BAA-595FA4F252E6}"/>
              </a:ext>
            </a:extLst>
          </p:cNvPr>
          <p:cNvSpPr txBox="1"/>
          <p:nvPr/>
        </p:nvSpPr>
        <p:spPr>
          <a:xfrm>
            <a:off x="1036405" y="5131103"/>
            <a:ext cx="1629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192.168.0.159/24</a:t>
            </a:r>
          </a:p>
        </p:txBody>
      </p:sp>
      <p:grpSp>
        <p:nvGrpSpPr>
          <p:cNvPr id="1114" name="Group 1113">
            <a:extLst>
              <a:ext uri="{FF2B5EF4-FFF2-40B4-BE49-F238E27FC236}">
                <a16:creationId xmlns:a16="http://schemas.microsoft.com/office/drawing/2014/main" id="{F72AD2A7-4527-76AB-65B0-22DEB9C74406}"/>
              </a:ext>
            </a:extLst>
          </p:cNvPr>
          <p:cNvGrpSpPr/>
          <p:nvPr/>
        </p:nvGrpSpPr>
        <p:grpSpPr>
          <a:xfrm>
            <a:off x="5551584" y="5083984"/>
            <a:ext cx="1142208" cy="1505898"/>
            <a:chOff x="5551584" y="5083984"/>
            <a:chExt cx="1142208" cy="1505898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A0E0DF1-1FEE-0216-2597-65D76538A894}"/>
                </a:ext>
              </a:extLst>
            </p:cNvPr>
            <p:cNvSpPr txBox="1"/>
            <p:nvPr/>
          </p:nvSpPr>
          <p:spPr>
            <a:xfrm>
              <a:off x="5774728" y="6282105"/>
              <a:ext cx="7666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/>
                <a:t>RHACM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1994EBA3-FAA7-9160-CA2D-A284DC11C78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577325" y="5083984"/>
              <a:ext cx="1116467" cy="1348187"/>
            </a:xfrm>
            <a:prstGeom prst="rect">
              <a:avLst/>
            </a:prstGeom>
          </p:spPr>
        </p:pic>
        <p:sp>
          <p:nvSpPr>
            <p:cNvPr id="1070" name="TextBox 1069">
              <a:extLst>
                <a:ext uri="{FF2B5EF4-FFF2-40B4-BE49-F238E27FC236}">
                  <a16:creationId xmlns:a16="http://schemas.microsoft.com/office/drawing/2014/main" id="{B31B4411-2764-059D-0892-05FD5A0F9E23}"/>
                </a:ext>
              </a:extLst>
            </p:cNvPr>
            <p:cNvSpPr txBox="1"/>
            <p:nvPr/>
          </p:nvSpPr>
          <p:spPr>
            <a:xfrm rot="5400000">
              <a:off x="5067801" y="5812214"/>
              <a:ext cx="124456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192.168.0.135</a:t>
              </a:r>
            </a:p>
          </p:txBody>
        </p:sp>
        <p:sp>
          <p:nvSpPr>
            <p:cNvPr id="1072" name="TextBox 1071">
              <a:extLst>
                <a:ext uri="{FF2B5EF4-FFF2-40B4-BE49-F238E27FC236}">
                  <a16:creationId xmlns:a16="http://schemas.microsoft.com/office/drawing/2014/main" id="{3E0F963E-B56F-F8E4-4104-EAB275CDE178}"/>
                </a:ext>
              </a:extLst>
            </p:cNvPr>
            <p:cNvSpPr txBox="1"/>
            <p:nvPr/>
          </p:nvSpPr>
          <p:spPr>
            <a:xfrm rot="5400000">
              <a:off x="6181625" y="6025930"/>
              <a:ext cx="76653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SNO-ACM</a:t>
              </a:r>
            </a:p>
          </p:txBody>
        </p:sp>
      </p:grpSp>
      <p:pic>
        <p:nvPicPr>
          <p:cNvPr id="1074" name="Picture 8" descr="Internet - Free signs icons">
            <a:extLst>
              <a:ext uri="{FF2B5EF4-FFF2-40B4-BE49-F238E27FC236}">
                <a16:creationId xmlns:a16="http://schemas.microsoft.com/office/drawing/2014/main" id="{988EF686-FC30-4A28-EEC9-3310BB0C48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V="1">
            <a:off x="1386284" y="4095286"/>
            <a:ext cx="249968" cy="249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75" name="Picture 8" descr="Internet - Free signs icons">
            <a:extLst>
              <a:ext uri="{FF2B5EF4-FFF2-40B4-BE49-F238E27FC236}">
                <a16:creationId xmlns:a16="http://schemas.microsoft.com/office/drawing/2014/main" id="{3D7EC693-E948-0008-38A1-D8DF9A0C3E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V="1">
            <a:off x="9912412" y="4092595"/>
            <a:ext cx="249968" cy="249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76" name="TextBox 1075">
            <a:extLst>
              <a:ext uri="{FF2B5EF4-FFF2-40B4-BE49-F238E27FC236}">
                <a16:creationId xmlns:a16="http://schemas.microsoft.com/office/drawing/2014/main" id="{581F9C97-6E72-5BF9-6417-F38A20295326}"/>
              </a:ext>
            </a:extLst>
          </p:cNvPr>
          <p:cNvSpPr txBox="1"/>
          <p:nvPr/>
        </p:nvSpPr>
        <p:spPr>
          <a:xfrm rot="5400000">
            <a:off x="8740934" y="3439659"/>
            <a:ext cx="12445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192.168.0.110/24</a:t>
            </a:r>
          </a:p>
        </p:txBody>
      </p:sp>
      <p:sp>
        <p:nvSpPr>
          <p:cNvPr id="1077" name="TextBox 1076">
            <a:extLst>
              <a:ext uri="{FF2B5EF4-FFF2-40B4-BE49-F238E27FC236}">
                <a16:creationId xmlns:a16="http://schemas.microsoft.com/office/drawing/2014/main" id="{BD583DA4-C425-221A-E429-60A704CCC2A1}"/>
              </a:ext>
            </a:extLst>
          </p:cNvPr>
          <p:cNvSpPr txBox="1"/>
          <p:nvPr/>
        </p:nvSpPr>
        <p:spPr>
          <a:xfrm rot="5400000">
            <a:off x="227388" y="3579074"/>
            <a:ext cx="12445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192.168.0.111</a:t>
            </a:r>
          </a:p>
        </p:txBody>
      </p:sp>
      <p:grpSp>
        <p:nvGrpSpPr>
          <p:cNvPr id="1100" name="Group 1099">
            <a:extLst>
              <a:ext uri="{FF2B5EF4-FFF2-40B4-BE49-F238E27FC236}">
                <a16:creationId xmlns:a16="http://schemas.microsoft.com/office/drawing/2014/main" id="{7EFAA964-702E-C3D9-C028-585803CA4F83}"/>
              </a:ext>
            </a:extLst>
          </p:cNvPr>
          <p:cNvGrpSpPr/>
          <p:nvPr/>
        </p:nvGrpSpPr>
        <p:grpSpPr>
          <a:xfrm>
            <a:off x="93950" y="5131103"/>
            <a:ext cx="2883718" cy="1717455"/>
            <a:chOff x="452632" y="5131103"/>
            <a:chExt cx="2883718" cy="171745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9A005E8-C0ED-CBE5-C928-E7BE82EFA30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501118" y="6062690"/>
              <a:ext cx="525109" cy="562617"/>
            </a:xfrm>
            <a:prstGeom prst="rect">
              <a:avLst/>
            </a:prstGeom>
          </p:spPr>
        </p:pic>
        <p:pic>
          <p:nvPicPr>
            <p:cNvPr id="1026" name="Picture 2" descr="DNS server RGB color icon stock vector ...">
              <a:extLst>
                <a:ext uri="{FF2B5EF4-FFF2-40B4-BE49-F238E27FC236}">
                  <a16:creationId xmlns:a16="http://schemas.microsoft.com/office/drawing/2014/main" id="{AB0FA753-B936-7EB3-934D-5A67FE7E9C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2632" y="5981461"/>
              <a:ext cx="867097" cy="8670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D93B5DD-EDE1-9FF7-42A4-D8E352DF126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1213951" y="6093970"/>
              <a:ext cx="510474" cy="469960"/>
            </a:xfrm>
            <a:prstGeom prst="rect">
              <a:avLst/>
            </a:prstGeom>
          </p:spPr>
        </p:pic>
        <p:cxnSp>
          <p:nvCxnSpPr>
            <p:cNvPr id="1079" name="Straight Connector 1078">
              <a:extLst>
                <a:ext uri="{FF2B5EF4-FFF2-40B4-BE49-F238E27FC236}">
                  <a16:creationId xmlns:a16="http://schemas.microsoft.com/office/drawing/2014/main" id="{FCE64B20-7FB8-7E53-9F67-98B84FE400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9166" y="5691725"/>
              <a:ext cx="2457184" cy="2125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5" name="Straight Arrow Connector 1084">
              <a:extLst>
                <a:ext uri="{FF2B5EF4-FFF2-40B4-BE49-F238E27FC236}">
                  <a16:creationId xmlns:a16="http://schemas.microsoft.com/office/drawing/2014/main" id="{9AF6725C-C9E1-FB33-E084-2BBF92CE74A7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>
              <a:off x="1456878" y="5712977"/>
              <a:ext cx="12310" cy="38099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7" name="Straight Arrow Connector 1086">
              <a:extLst>
                <a:ext uri="{FF2B5EF4-FFF2-40B4-BE49-F238E27FC236}">
                  <a16:creationId xmlns:a16="http://schemas.microsoft.com/office/drawing/2014/main" id="{1EAE6317-5498-2EF7-3034-F252F7084DEC}"/>
                </a:ext>
              </a:extLst>
            </p:cNvPr>
            <p:cNvCxnSpPr>
              <a:cxnSpLocks/>
            </p:cNvCxnSpPr>
            <p:nvPr/>
          </p:nvCxnSpPr>
          <p:spPr>
            <a:xfrm>
              <a:off x="2132312" y="5690549"/>
              <a:ext cx="12310" cy="38099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8" name="Straight Arrow Connector 1087">
              <a:extLst>
                <a:ext uri="{FF2B5EF4-FFF2-40B4-BE49-F238E27FC236}">
                  <a16:creationId xmlns:a16="http://schemas.microsoft.com/office/drawing/2014/main" id="{FFADC23E-8912-7A9C-955D-8E8525787D3F}"/>
                </a:ext>
              </a:extLst>
            </p:cNvPr>
            <p:cNvCxnSpPr>
              <a:cxnSpLocks/>
            </p:cNvCxnSpPr>
            <p:nvPr/>
          </p:nvCxnSpPr>
          <p:spPr>
            <a:xfrm>
              <a:off x="887065" y="5712977"/>
              <a:ext cx="12310" cy="38099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9" name="Straight Arrow Connector 1088">
              <a:extLst>
                <a:ext uri="{FF2B5EF4-FFF2-40B4-BE49-F238E27FC236}">
                  <a16:creationId xmlns:a16="http://schemas.microsoft.com/office/drawing/2014/main" id="{A411511A-DA25-DB1C-6579-43E752AE7467}"/>
                </a:ext>
              </a:extLst>
            </p:cNvPr>
            <p:cNvCxnSpPr>
              <a:cxnSpLocks/>
            </p:cNvCxnSpPr>
            <p:nvPr/>
          </p:nvCxnSpPr>
          <p:spPr>
            <a:xfrm>
              <a:off x="2738913" y="5702906"/>
              <a:ext cx="12310" cy="38099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6" name="Straight Arrow Connector 1095">
              <a:extLst>
                <a:ext uri="{FF2B5EF4-FFF2-40B4-BE49-F238E27FC236}">
                  <a16:creationId xmlns:a16="http://schemas.microsoft.com/office/drawing/2014/main" id="{332D2E4B-54A9-0999-D05D-FD9CAD9E020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23244" y="5131103"/>
              <a:ext cx="16405" cy="559446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101" name="Picture 6" descr="Internet logo Images - Free Download on ...">
            <a:extLst>
              <a:ext uri="{FF2B5EF4-FFF2-40B4-BE49-F238E27FC236}">
                <a16:creationId xmlns:a16="http://schemas.microsoft.com/office/drawing/2014/main" id="{6F123AEF-6460-333D-B16C-FF1DBEA4F3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8148" y="4120023"/>
            <a:ext cx="269762" cy="269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02" name="Picture 6" descr="Internet logo Images - Free Download on ...">
            <a:extLst>
              <a:ext uri="{FF2B5EF4-FFF2-40B4-BE49-F238E27FC236}">
                <a16:creationId xmlns:a16="http://schemas.microsoft.com/office/drawing/2014/main" id="{D682EDA4-C0B7-9E1A-B95F-CF10DED34C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4764" y="4316772"/>
            <a:ext cx="269762" cy="269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06" name="Picture 6" descr="Internet logo Images - Free Download on ...">
            <a:extLst>
              <a:ext uri="{FF2B5EF4-FFF2-40B4-BE49-F238E27FC236}">
                <a16:creationId xmlns:a16="http://schemas.microsoft.com/office/drawing/2014/main" id="{6539F2AD-69FC-E574-8C38-575D3B36D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2909" y="2118850"/>
            <a:ext cx="269762" cy="269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10" name="Straight Arrow Connector 1109">
            <a:extLst>
              <a:ext uri="{FF2B5EF4-FFF2-40B4-BE49-F238E27FC236}">
                <a16:creationId xmlns:a16="http://schemas.microsoft.com/office/drawing/2014/main" id="{4CCBDB1F-0039-60EB-F37E-6C69D3C13D78}"/>
              </a:ext>
            </a:extLst>
          </p:cNvPr>
          <p:cNvCxnSpPr>
            <a:cxnSpLocks/>
            <a:stCxn id="1065" idx="2"/>
          </p:cNvCxnSpPr>
          <p:nvPr/>
        </p:nvCxnSpPr>
        <p:spPr>
          <a:xfrm>
            <a:off x="6089645" y="4074469"/>
            <a:ext cx="35761" cy="1206271"/>
          </a:xfrm>
          <a:prstGeom prst="straightConnector1">
            <a:avLst/>
          </a:prstGeom>
          <a:ln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5" name="TextBox 1114">
            <a:extLst>
              <a:ext uri="{FF2B5EF4-FFF2-40B4-BE49-F238E27FC236}">
                <a16:creationId xmlns:a16="http://schemas.microsoft.com/office/drawing/2014/main" id="{6894113E-E844-A5CF-848F-33D7754F40CA}"/>
              </a:ext>
            </a:extLst>
          </p:cNvPr>
          <p:cNvSpPr txBox="1"/>
          <p:nvPr/>
        </p:nvSpPr>
        <p:spPr>
          <a:xfrm rot="5400000">
            <a:off x="1667605" y="3431717"/>
            <a:ext cx="87543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192.168.0.150</a:t>
            </a:r>
          </a:p>
        </p:txBody>
      </p:sp>
      <p:sp>
        <p:nvSpPr>
          <p:cNvPr id="1116" name="TextBox 1115">
            <a:extLst>
              <a:ext uri="{FF2B5EF4-FFF2-40B4-BE49-F238E27FC236}">
                <a16:creationId xmlns:a16="http://schemas.microsoft.com/office/drawing/2014/main" id="{823FDE9E-CD85-B716-AAAD-24B949900182}"/>
              </a:ext>
            </a:extLst>
          </p:cNvPr>
          <p:cNvSpPr txBox="1"/>
          <p:nvPr/>
        </p:nvSpPr>
        <p:spPr>
          <a:xfrm rot="5400000">
            <a:off x="10229511" y="3387483"/>
            <a:ext cx="87543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192.168.0.149</a:t>
            </a:r>
          </a:p>
        </p:txBody>
      </p:sp>
      <p:pic>
        <p:nvPicPr>
          <p:cNvPr id="1117" name="Picture 6" descr="Internet logo Images - Free Download on ...">
            <a:extLst>
              <a:ext uri="{FF2B5EF4-FFF2-40B4-BE49-F238E27FC236}">
                <a16:creationId xmlns:a16="http://schemas.microsoft.com/office/drawing/2014/main" id="{2AA5D166-75C7-669B-3A68-3EF0673F92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5359" y="4094153"/>
            <a:ext cx="269762" cy="269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19" name="Picture 32" descr="Web server icon. colored outline icon ...">
            <a:extLst>
              <a:ext uri="{FF2B5EF4-FFF2-40B4-BE49-F238E27FC236}">
                <a16:creationId xmlns:a16="http://schemas.microsoft.com/office/drawing/2014/main" id="{15A4000B-9452-0ECB-A590-DFD1F6E6AF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8754" y="6092498"/>
            <a:ext cx="776909" cy="51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" name="Picture 1125">
            <a:extLst>
              <a:ext uri="{FF2B5EF4-FFF2-40B4-BE49-F238E27FC236}">
                <a16:creationId xmlns:a16="http://schemas.microsoft.com/office/drawing/2014/main" id="{5E4E2EE7-97E1-A500-9891-F06F144E1CA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01485" y="3647778"/>
            <a:ext cx="303889" cy="292838"/>
          </a:xfrm>
          <a:prstGeom prst="rect">
            <a:avLst/>
          </a:prstGeom>
        </p:spPr>
      </p:pic>
      <p:pic>
        <p:nvPicPr>
          <p:cNvPr id="1127" name="Picture 1126">
            <a:extLst>
              <a:ext uri="{FF2B5EF4-FFF2-40B4-BE49-F238E27FC236}">
                <a16:creationId xmlns:a16="http://schemas.microsoft.com/office/drawing/2014/main" id="{CB47CD58-F564-DD44-4381-06C8AA8F6AB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044081" y="3706996"/>
            <a:ext cx="303889" cy="292838"/>
          </a:xfrm>
          <a:prstGeom prst="rect">
            <a:avLst/>
          </a:prstGeom>
        </p:spPr>
      </p:pic>
      <p:sp>
        <p:nvSpPr>
          <p:cNvPr id="1128" name="TextBox 1127">
            <a:extLst>
              <a:ext uri="{FF2B5EF4-FFF2-40B4-BE49-F238E27FC236}">
                <a16:creationId xmlns:a16="http://schemas.microsoft.com/office/drawing/2014/main" id="{A52253AE-90DD-8CF3-54AD-568D8F1412AC}"/>
              </a:ext>
            </a:extLst>
          </p:cNvPr>
          <p:cNvSpPr txBox="1"/>
          <p:nvPr/>
        </p:nvSpPr>
        <p:spPr>
          <a:xfrm>
            <a:off x="1449554" y="6488222"/>
            <a:ext cx="8744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/>
              <a:t>Web Server</a:t>
            </a:r>
          </a:p>
        </p:txBody>
      </p:sp>
      <p:pic>
        <p:nvPicPr>
          <p:cNvPr id="1131" name="Picture 34" descr="Wifi - Free computer icons">
            <a:extLst>
              <a:ext uri="{FF2B5EF4-FFF2-40B4-BE49-F238E27FC236}">
                <a16:creationId xmlns:a16="http://schemas.microsoft.com/office/drawing/2014/main" id="{39A02CB3-8BE3-3D3A-A406-AF049E1DBA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6447861" y="354798"/>
            <a:ext cx="259774" cy="259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33" name="Straight Arrow Connector 1132">
            <a:extLst>
              <a:ext uri="{FF2B5EF4-FFF2-40B4-BE49-F238E27FC236}">
                <a16:creationId xmlns:a16="http://schemas.microsoft.com/office/drawing/2014/main" id="{F084104F-2E47-1580-CBE9-D9403D05F57F}"/>
              </a:ext>
            </a:extLst>
          </p:cNvPr>
          <p:cNvCxnSpPr>
            <a:cxnSpLocks/>
          </p:cNvCxnSpPr>
          <p:nvPr/>
        </p:nvCxnSpPr>
        <p:spPr>
          <a:xfrm>
            <a:off x="6715082" y="497874"/>
            <a:ext cx="3023154" cy="79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36" name="Picture 36" descr="Makisu, Computer User, system ...">
            <a:extLst>
              <a:ext uri="{FF2B5EF4-FFF2-40B4-BE49-F238E27FC236}">
                <a16:creationId xmlns:a16="http://schemas.microsoft.com/office/drawing/2014/main" id="{32F23185-64ED-767A-1977-4C959B36AA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9778342" y="308349"/>
            <a:ext cx="447393" cy="447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38" name="TextBox 1137">
            <a:extLst>
              <a:ext uri="{FF2B5EF4-FFF2-40B4-BE49-F238E27FC236}">
                <a16:creationId xmlns:a16="http://schemas.microsoft.com/office/drawing/2014/main" id="{44247F23-EAD7-A116-04E3-318F097DD0B7}"/>
              </a:ext>
            </a:extLst>
          </p:cNvPr>
          <p:cNvSpPr txBox="1"/>
          <p:nvPr/>
        </p:nvSpPr>
        <p:spPr>
          <a:xfrm rot="16200000">
            <a:off x="-194748" y="6082573"/>
            <a:ext cx="8670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pkar.tech</a:t>
            </a:r>
          </a:p>
        </p:txBody>
      </p:sp>
      <p:sp>
        <p:nvSpPr>
          <p:cNvPr id="1139" name="TextBox 1138">
            <a:extLst>
              <a:ext uri="{FF2B5EF4-FFF2-40B4-BE49-F238E27FC236}">
                <a16:creationId xmlns:a16="http://schemas.microsoft.com/office/drawing/2014/main" id="{F1EA4672-7062-11C0-4382-37F61A7C2C7F}"/>
              </a:ext>
            </a:extLst>
          </p:cNvPr>
          <p:cNvSpPr txBox="1"/>
          <p:nvPr/>
        </p:nvSpPr>
        <p:spPr>
          <a:xfrm>
            <a:off x="7629356" y="5617557"/>
            <a:ext cx="429797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GITHUB</a:t>
            </a:r>
            <a:r>
              <a:rPr lang="en-US" sz="1100" dirty="0"/>
              <a:t>: </a:t>
            </a:r>
            <a:r>
              <a:rPr lang="en-US" sz="1100" dirty="0">
                <a:hlinkClick r:id="rId18"/>
              </a:rPr>
              <a:t>http://192.168.0.159:3000/cloudcafe/homelab</a:t>
            </a:r>
            <a:r>
              <a:rPr lang="en-US" sz="1100" dirty="0"/>
              <a:t> </a:t>
            </a:r>
          </a:p>
          <a:p>
            <a:r>
              <a:rPr lang="en-US" sz="1100" b="1" dirty="0"/>
              <a:t>SNO-ACM</a:t>
            </a:r>
            <a:r>
              <a:rPr lang="en-US" sz="1100" dirty="0"/>
              <a:t>: </a:t>
            </a:r>
            <a:r>
              <a:rPr lang="en-US" sz="1100" dirty="0">
                <a:hlinkClick r:id="rId19"/>
              </a:rPr>
              <a:t>https://console-openshift-console.apps.sno-acm.pkar.tech</a:t>
            </a:r>
            <a:endParaRPr lang="en-US" sz="1100" dirty="0"/>
          </a:p>
          <a:p>
            <a:r>
              <a:rPr lang="en-US" sz="1100" b="1" dirty="0"/>
              <a:t>SNO-ZTP</a:t>
            </a:r>
            <a:r>
              <a:rPr lang="en-US" sz="1100" dirty="0"/>
              <a:t>: </a:t>
            </a:r>
            <a:r>
              <a:rPr lang="en-US" sz="1100" dirty="0">
                <a:hlinkClick r:id="rId20"/>
              </a:rPr>
              <a:t>https://console-openshift-console.apps.sno-ztp.pkar.tech</a:t>
            </a:r>
            <a:r>
              <a:rPr lang="en-US" sz="1100" dirty="0"/>
              <a:t> </a:t>
            </a:r>
          </a:p>
          <a:p>
            <a:r>
              <a:rPr lang="en-US" sz="1100" b="1" dirty="0"/>
              <a:t>SNO2-ACM</a:t>
            </a:r>
            <a:r>
              <a:rPr lang="en-US" sz="1100" dirty="0"/>
              <a:t>: </a:t>
            </a:r>
            <a:r>
              <a:rPr lang="en-US" sz="1100" dirty="0">
                <a:hlinkClick r:id="rId21"/>
              </a:rPr>
              <a:t>https://console-openshift-console.apps.sno2-ztp.pkar.tech</a:t>
            </a:r>
            <a:r>
              <a:rPr lang="en-US" sz="1100" dirty="0"/>
              <a:t> </a:t>
            </a:r>
          </a:p>
          <a:p>
            <a:r>
              <a:rPr lang="en-US" sz="1100" b="1" dirty="0"/>
              <a:t>MR</a:t>
            </a:r>
            <a:r>
              <a:rPr lang="en-US" sz="1100" dirty="0"/>
              <a:t>: </a:t>
            </a:r>
            <a:r>
              <a:rPr lang="en-US" sz="1100" dirty="0">
                <a:hlinkClick r:id="rId22"/>
              </a:rPr>
              <a:t>https://mirror-registry.pkar.tech:8443</a:t>
            </a:r>
            <a:endParaRPr lang="en-US" sz="1100" dirty="0"/>
          </a:p>
          <a:p>
            <a:r>
              <a:rPr lang="en-US" sz="1100" b="1" dirty="0"/>
              <a:t>MR2</a:t>
            </a:r>
            <a:r>
              <a:rPr lang="en-US" sz="1100" dirty="0"/>
              <a:t>: </a:t>
            </a:r>
            <a:r>
              <a:rPr lang="en-US" sz="1100" dirty="0">
                <a:hlinkClick r:id="rId23"/>
              </a:rPr>
              <a:t>https://mirror-registry2.pkar.tech:8443</a:t>
            </a:r>
            <a:r>
              <a:rPr lang="en-US" sz="1100" dirty="0"/>
              <a:t> </a:t>
            </a:r>
          </a:p>
        </p:txBody>
      </p:sp>
      <p:sp>
        <p:nvSpPr>
          <p:cNvPr id="1140" name="TextBox 1139">
            <a:extLst>
              <a:ext uri="{FF2B5EF4-FFF2-40B4-BE49-F238E27FC236}">
                <a16:creationId xmlns:a16="http://schemas.microsoft.com/office/drawing/2014/main" id="{3F4969FA-B56A-0E06-FDA5-2E2E1E32A269}"/>
              </a:ext>
            </a:extLst>
          </p:cNvPr>
          <p:cNvSpPr txBox="1"/>
          <p:nvPr/>
        </p:nvSpPr>
        <p:spPr>
          <a:xfrm>
            <a:off x="10796327" y="2609651"/>
            <a:ext cx="76574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b="1" dirty="0"/>
              <a:t>Mirror</a:t>
            </a:r>
          </a:p>
          <a:p>
            <a:pPr algn="ctr"/>
            <a:r>
              <a:rPr lang="en-US" sz="1050" b="1" dirty="0"/>
              <a:t>Registry2</a:t>
            </a:r>
          </a:p>
        </p:txBody>
      </p:sp>
      <p:sp>
        <p:nvSpPr>
          <p:cNvPr id="1141" name="TextBox 1140">
            <a:extLst>
              <a:ext uri="{FF2B5EF4-FFF2-40B4-BE49-F238E27FC236}">
                <a16:creationId xmlns:a16="http://schemas.microsoft.com/office/drawing/2014/main" id="{29AF3811-28B0-BDD5-4D57-D6D8875AD6ED}"/>
              </a:ext>
            </a:extLst>
          </p:cNvPr>
          <p:cNvSpPr txBox="1"/>
          <p:nvPr/>
        </p:nvSpPr>
        <p:spPr>
          <a:xfrm>
            <a:off x="2229560" y="2576153"/>
            <a:ext cx="76574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b="1" dirty="0"/>
              <a:t>Mirror</a:t>
            </a:r>
          </a:p>
          <a:p>
            <a:pPr algn="ctr"/>
            <a:r>
              <a:rPr lang="en-US" sz="1050" b="1" dirty="0"/>
              <a:t>Registry</a:t>
            </a:r>
          </a:p>
        </p:txBody>
      </p:sp>
      <p:sp>
        <p:nvSpPr>
          <p:cNvPr id="1142" name="Left Brace 1141">
            <a:extLst>
              <a:ext uri="{FF2B5EF4-FFF2-40B4-BE49-F238E27FC236}">
                <a16:creationId xmlns:a16="http://schemas.microsoft.com/office/drawing/2014/main" id="{4EDB1BB5-BD99-5631-A7B1-17E71AAD159A}"/>
              </a:ext>
            </a:extLst>
          </p:cNvPr>
          <p:cNvSpPr/>
          <p:nvPr/>
        </p:nvSpPr>
        <p:spPr>
          <a:xfrm>
            <a:off x="7511143" y="5870815"/>
            <a:ext cx="118213" cy="76653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4" name="Connector: Elbow 1143">
            <a:extLst>
              <a:ext uri="{FF2B5EF4-FFF2-40B4-BE49-F238E27FC236}">
                <a16:creationId xmlns:a16="http://schemas.microsoft.com/office/drawing/2014/main" id="{ED3CF557-4C5B-6320-82E7-0CFED7B1B38D}"/>
              </a:ext>
            </a:extLst>
          </p:cNvPr>
          <p:cNvCxnSpPr>
            <a:cxnSpLocks/>
          </p:cNvCxnSpPr>
          <p:nvPr/>
        </p:nvCxnSpPr>
        <p:spPr>
          <a:xfrm flipV="1">
            <a:off x="509600" y="6244754"/>
            <a:ext cx="7001543" cy="410361"/>
          </a:xfrm>
          <a:prstGeom prst="bentConnector3">
            <a:avLst>
              <a:gd name="adj1" fmla="val 9135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52" name="Picture 38" descr="NFS Server | Learn Netdata">
            <a:extLst>
              <a:ext uri="{FF2B5EF4-FFF2-40B4-BE49-F238E27FC236}">
                <a16:creationId xmlns:a16="http://schemas.microsoft.com/office/drawing/2014/main" id="{316CE107-B61D-6A25-70F7-74FD46853B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760" y="6072932"/>
            <a:ext cx="429304" cy="429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53" name="Straight Arrow Connector 1152">
            <a:extLst>
              <a:ext uri="{FF2B5EF4-FFF2-40B4-BE49-F238E27FC236}">
                <a16:creationId xmlns:a16="http://schemas.microsoft.com/office/drawing/2014/main" id="{724339B9-43F5-5544-A9D2-7DA40504B0F4}"/>
              </a:ext>
            </a:extLst>
          </p:cNvPr>
          <p:cNvCxnSpPr>
            <a:cxnSpLocks/>
          </p:cNvCxnSpPr>
          <p:nvPr/>
        </p:nvCxnSpPr>
        <p:spPr>
          <a:xfrm>
            <a:off x="2977668" y="5689895"/>
            <a:ext cx="12310" cy="3809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2" name="TextBox 1161">
            <a:extLst>
              <a:ext uri="{FF2B5EF4-FFF2-40B4-BE49-F238E27FC236}">
                <a16:creationId xmlns:a16="http://schemas.microsoft.com/office/drawing/2014/main" id="{44BDD05B-61BF-E6DA-F063-E2E976157907}"/>
              </a:ext>
            </a:extLst>
          </p:cNvPr>
          <p:cNvSpPr txBox="1"/>
          <p:nvPr/>
        </p:nvSpPr>
        <p:spPr>
          <a:xfrm rot="19400619">
            <a:off x="532539" y="4489290"/>
            <a:ext cx="845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/>
              <a:t>i5-6</a:t>
            </a:r>
            <a:r>
              <a:rPr lang="en-US" sz="800" b="1" baseline="30000" dirty="0"/>
              <a:t>th</a:t>
            </a:r>
            <a:r>
              <a:rPr lang="en-US" sz="800" b="1" dirty="0"/>
              <a:t>Gen/24GB</a:t>
            </a:r>
          </a:p>
        </p:txBody>
      </p:sp>
      <p:sp>
        <p:nvSpPr>
          <p:cNvPr id="1163" name="TextBox 1162">
            <a:extLst>
              <a:ext uri="{FF2B5EF4-FFF2-40B4-BE49-F238E27FC236}">
                <a16:creationId xmlns:a16="http://schemas.microsoft.com/office/drawing/2014/main" id="{E28667FD-6FFB-CE85-1C2F-89EB5DBE4FCC}"/>
              </a:ext>
            </a:extLst>
          </p:cNvPr>
          <p:cNvSpPr txBox="1"/>
          <p:nvPr/>
        </p:nvSpPr>
        <p:spPr>
          <a:xfrm rot="19400619">
            <a:off x="4713498" y="3094753"/>
            <a:ext cx="9531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/>
              <a:t>i5-8</a:t>
            </a:r>
            <a:r>
              <a:rPr lang="en-US" sz="800" b="1" baseline="30000" dirty="0"/>
              <a:t>8h</a:t>
            </a:r>
            <a:r>
              <a:rPr lang="en-US" sz="800" b="1" dirty="0"/>
              <a:t>Gen/32GB</a:t>
            </a:r>
          </a:p>
        </p:txBody>
      </p:sp>
      <p:sp>
        <p:nvSpPr>
          <p:cNvPr id="1164" name="TextBox 1163">
            <a:extLst>
              <a:ext uri="{FF2B5EF4-FFF2-40B4-BE49-F238E27FC236}">
                <a16:creationId xmlns:a16="http://schemas.microsoft.com/office/drawing/2014/main" id="{AF71D78F-E1D4-3FA1-9A7D-2EF2863490C7}"/>
              </a:ext>
            </a:extLst>
          </p:cNvPr>
          <p:cNvSpPr txBox="1"/>
          <p:nvPr/>
        </p:nvSpPr>
        <p:spPr>
          <a:xfrm rot="19400619">
            <a:off x="9085625" y="4478807"/>
            <a:ext cx="9531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/>
              <a:t>i5-8</a:t>
            </a:r>
            <a:r>
              <a:rPr lang="en-US" sz="800" b="1" baseline="30000" dirty="0"/>
              <a:t>8h</a:t>
            </a:r>
            <a:r>
              <a:rPr lang="en-US" sz="800" b="1" dirty="0"/>
              <a:t>Gen/32GB</a:t>
            </a:r>
          </a:p>
        </p:txBody>
      </p:sp>
      <p:pic>
        <p:nvPicPr>
          <p:cNvPr id="1168" name="Picture 1167">
            <a:extLst>
              <a:ext uri="{FF2B5EF4-FFF2-40B4-BE49-F238E27FC236}">
                <a16:creationId xmlns:a16="http://schemas.microsoft.com/office/drawing/2014/main" id="{B3292B54-6A2C-E0DC-ABD3-3F8582F5C6AA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14751" y="6002334"/>
            <a:ext cx="243040" cy="341664"/>
          </a:xfrm>
          <a:prstGeom prst="rect">
            <a:avLst/>
          </a:prstGeom>
        </p:spPr>
      </p:pic>
      <p:pic>
        <p:nvPicPr>
          <p:cNvPr id="1169" name="Picture 1168">
            <a:extLst>
              <a:ext uri="{FF2B5EF4-FFF2-40B4-BE49-F238E27FC236}">
                <a16:creationId xmlns:a16="http://schemas.microsoft.com/office/drawing/2014/main" id="{31D32AE8-4B7D-2239-74DE-21D7585B9EC5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59656" y="3607053"/>
            <a:ext cx="148610" cy="208915"/>
          </a:xfrm>
          <a:prstGeom prst="rect">
            <a:avLst/>
          </a:prstGeom>
        </p:spPr>
      </p:pic>
      <p:pic>
        <p:nvPicPr>
          <p:cNvPr id="1170" name="Picture 1169">
            <a:extLst>
              <a:ext uri="{FF2B5EF4-FFF2-40B4-BE49-F238E27FC236}">
                <a16:creationId xmlns:a16="http://schemas.microsoft.com/office/drawing/2014/main" id="{E934BC7E-421D-FD17-49C0-7DAAA1984D46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2218769" y="3608099"/>
            <a:ext cx="148610" cy="208915"/>
          </a:xfrm>
          <a:prstGeom prst="rect">
            <a:avLst/>
          </a:prstGeom>
        </p:spPr>
      </p:pic>
      <p:pic>
        <p:nvPicPr>
          <p:cNvPr id="1171" name="Picture 1170">
            <a:extLst>
              <a:ext uri="{FF2B5EF4-FFF2-40B4-BE49-F238E27FC236}">
                <a16:creationId xmlns:a16="http://schemas.microsoft.com/office/drawing/2014/main" id="{7C355B53-6FE2-22CB-5BC4-02D877C9B388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510065" y="3626526"/>
            <a:ext cx="148610" cy="208915"/>
          </a:xfrm>
          <a:prstGeom prst="rect">
            <a:avLst/>
          </a:prstGeom>
        </p:spPr>
      </p:pic>
      <p:pic>
        <p:nvPicPr>
          <p:cNvPr id="1172" name="Picture 1171">
            <a:extLst>
              <a:ext uri="{FF2B5EF4-FFF2-40B4-BE49-F238E27FC236}">
                <a16:creationId xmlns:a16="http://schemas.microsoft.com/office/drawing/2014/main" id="{A140C5F8-867E-531A-A78C-EE55D3AB9504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769983" y="3626526"/>
            <a:ext cx="148610" cy="208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88362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7911CE56-93B1-6DE1-B379-DEB53CC8E7F8}"/>
              </a:ext>
            </a:extLst>
          </p:cNvPr>
          <p:cNvSpPr/>
          <p:nvPr/>
        </p:nvSpPr>
        <p:spPr>
          <a:xfrm>
            <a:off x="765810" y="971550"/>
            <a:ext cx="3314870" cy="5429250"/>
          </a:xfrm>
          <a:prstGeom prst="roundRect">
            <a:avLst>
              <a:gd name="adj" fmla="val 11179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7038505F-FA7D-A229-0E3B-E15DDC3EF88E}"/>
              </a:ext>
            </a:extLst>
          </p:cNvPr>
          <p:cNvSpPr/>
          <p:nvPr/>
        </p:nvSpPr>
        <p:spPr>
          <a:xfrm>
            <a:off x="925830" y="1474058"/>
            <a:ext cx="3009874" cy="4793392"/>
          </a:xfrm>
          <a:prstGeom prst="roundRect">
            <a:avLst>
              <a:gd name="adj" fmla="val 1292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F23AD3C-7678-9BBC-AE99-695134EFD4D6}"/>
              </a:ext>
            </a:extLst>
          </p:cNvPr>
          <p:cNvSpPr/>
          <p:nvPr/>
        </p:nvSpPr>
        <p:spPr>
          <a:xfrm>
            <a:off x="1066963" y="2320290"/>
            <a:ext cx="1211580" cy="617220"/>
          </a:xfrm>
          <a:prstGeom prst="roundRect">
            <a:avLst>
              <a:gd name="adj" fmla="val 5000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OCM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08D2554C-3ECD-4456-4920-D90A6732ADA2}"/>
              </a:ext>
            </a:extLst>
          </p:cNvPr>
          <p:cNvSpPr/>
          <p:nvPr/>
        </p:nvSpPr>
        <p:spPr>
          <a:xfrm>
            <a:off x="1066963" y="3246120"/>
            <a:ext cx="1211580" cy="617220"/>
          </a:xfrm>
          <a:prstGeom prst="roundRect">
            <a:avLst>
              <a:gd name="adj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Assisted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</a:rPr>
              <a:t>Installer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FBDC52C9-99EF-2B79-1CB3-1F86DEAFFE3B}"/>
              </a:ext>
            </a:extLst>
          </p:cNvPr>
          <p:cNvSpPr/>
          <p:nvPr/>
        </p:nvSpPr>
        <p:spPr>
          <a:xfrm>
            <a:off x="1066963" y="4149502"/>
            <a:ext cx="1211580" cy="617220"/>
          </a:xfrm>
          <a:prstGeom prst="roundRect">
            <a:avLst>
              <a:gd name="adj" fmla="val 50000"/>
            </a:avLst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HIVE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F3FDEB5-7646-056F-65E6-75DA712DD9BF}"/>
              </a:ext>
            </a:extLst>
          </p:cNvPr>
          <p:cNvSpPr/>
          <p:nvPr/>
        </p:nvSpPr>
        <p:spPr>
          <a:xfrm>
            <a:off x="1066963" y="5217795"/>
            <a:ext cx="1211580" cy="617220"/>
          </a:xfrm>
          <a:prstGeom prst="roundRect">
            <a:avLst>
              <a:gd name="adj" fmla="val 50000"/>
            </a:avLst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Bare Metal</a:t>
            </a:r>
          </a:p>
          <a:p>
            <a:pPr algn="ctr"/>
            <a:r>
              <a:rPr lang="en-US" sz="1400" b="1" dirty="0"/>
              <a:t>Operator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6B7DA019-63CD-C4EA-E2F7-0E900A01BE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690" y="1365824"/>
            <a:ext cx="617220" cy="617220"/>
          </a:xfrm>
          <a:prstGeom prst="rect">
            <a:avLst/>
          </a:prstGeom>
        </p:spPr>
      </p:pic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9E7A1899-A9FE-C99E-2BCE-3BC1C034858A}"/>
              </a:ext>
            </a:extLst>
          </p:cNvPr>
          <p:cNvSpPr/>
          <p:nvPr/>
        </p:nvSpPr>
        <p:spPr>
          <a:xfrm>
            <a:off x="6381346" y="971550"/>
            <a:ext cx="2682644" cy="5429250"/>
          </a:xfrm>
          <a:prstGeom prst="roundRect">
            <a:avLst>
              <a:gd name="adj" fmla="val 11179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FE6C4820-CDEA-7BAC-52F0-42028F45530A}"/>
              </a:ext>
            </a:extLst>
          </p:cNvPr>
          <p:cNvSpPr/>
          <p:nvPr/>
        </p:nvSpPr>
        <p:spPr>
          <a:xfrm>
            <a:off x="7116878" y="5706114"/>
            <a:ext cx="1211580" cy="617220"/>
          </a:xfrm>
          <a:prstGeom prst="roundRect">
            <a:avLst>
              <a:gd name="adj" fmla="val 27778"/>
            </a:avLst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BMC</a:t>
            </a:r>
          </a:p>
        </p:txBody>
      </p:sp>
      <p:grpSp>
        <p:nvGrpSpPr>
          <p:cNvPr id="1096" name="Group 1095">
            <a:extLst>
              <a:ext uri="{FF2B5EF4-FFF2-40B4-BE49-F238E27FC236}">
                <a16:creationId xmlns:a16="http://schemas.microsoft.com/office/drawing/2014/main" id="{E1A1C8EC-48F8-D99D-3251-D53DA1368E3A}"/>
              </a:ext>
            </a:extLst>
          </p:cNvPr>
          <p:cNvGrpSpPr/>
          <p:nvPr/>
        </p:nvGrpSpPr>
        <p:grpSpPr>
          <a:xfrm>
            <a:off x="6739702" y="1366492"/>
            <a:ext cx="1928264" cy="2914773"/>
            <a:chOff x="6758536" y="1308674"/>
            <a:chExt cx="1928264" cy="2914773"/>
          </a:xfrm>
        </p:grpSpPr>
        <p:grpSp>
          <p:nvGrpSpPr>
            <p:cNvPr id="1095" name="Group 1094">
              <a:extLst>
                <a:ext uri="{FF2B5EF4-FFF2-40B4-BE49-F238E27FC236}">
                  <a16:creationId xmlns:a16="http://schemas.microsoft.com/office/drawing/2014/main" id="{BD5FEC76-2664-9F5D-A91B-BB144C53C3CE}"/>
                </a:ext>
              </a:extLst>
            </p:cNvPr>
            <p:cNvGrpSpPr/>
            <p:nvPr/>
          </p:nvGrpSpPr>
          <p:grpSpPr>
            <a:xfrm>
              <a:off x="6758536" y="1308674"/>
              <a:ext cx="1928264" cy="2914773"/>
              <a:chOff x="6758536" y="1308674"/>
              <a:chExt cx="1928264" cy="2914773"/>
            </a:xfrm>
          </p:grpSpPr>
          <p:sp>
            <p:nvSpPr>
              <p:cNvPr id="44" name="Rectangle: Rounded Corners 43">
                <a:extLst>
                  <a:ext uri="{FF2B5EF4-FFF2-40B4-BE49-F238E27FC236}">
                    <a16:creationId xmlns:a16="http://schemas.microsoft.com/office/drawing/2014/main" id="{AF561454-8C2C-81F4-AFAA-83BB25D55422}"/>
                  </a:ext>
                </a:extLst>
              </p:cNvPr>
              <p:cNvSpPr/>
              <p:nvPr/>
            </p:nvSpPr>
            <p:spPr>
              <a:xfrm>
                <a:off x="6758536" y="1416908"/>
                <a:ext cx="1928264" cy="2806539"/>
              </a:xfrm>
              <a:prstGeom prst="roundRect">
                <a:avLst>
                  <a:gd name="adj" fmla="val 12928"/>
                </a:avLst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9B5E0349-6288-48B4-2C57-8B23BED54F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781396" y="1308674"/>
                <a:ext cx="617220" cy="617220"/>
              </a:xfrm>
              <a:prstGeom prst="rect">
                <a:avLst/>
              </a:prstGeom>
            </p:spPr>
          </p:pic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6AD4BC7-FE2D-EBBA-AF25-B18541D67D1A}"/>
                </a:ext>
              </a:extLst>
            </p:cNvPr>
            <p:cNvSpPr txBox="1"/>
            <p:nvPr/>
          </p:nvSpPr>
          <p:spPr>
            <a:xfrm>
              <a:off x="7250430" y="1368594"/>
              <a:ext cx="6972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SNO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979143B3-489A-3918-8F7E-39BE247224D7}"/>
              </a:ext>
            </a:extLst>
          </p:cNvPr>
          <p:cNvSpPr txBox="1"/>
          <p:nvPr/>
        </p:nvSpPr>
        <p:spPr>
          <a:xfrm>
            <a:off x="6498079" y="971550"/>
            <a:ext cx="139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Bare Metal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8000BE2-0E89-777B-D445-6510E3AD38C6}"/>
              </a:ext>
            </a:extLst>
          </p:cNvPr>
          <p:cNvSpPr txBox="1"/>
          <p:nvPr/>
        </p:nvSpPr>
        <p:spPr>
          <a:xfrm>
            <a:off x="1015411" y="965980"/>
            <a:ext cx="139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HUB Cluster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798DBB5C-5A98-5EF4-EF06-039FBF83F598}"/>
              </a:ext>
            </a:extLst>
          </p:cNvPr>
          <p:cNvSpPr/>
          <p:nvPr/>
        </p:nvSpPr>
        <p:spPr>
          <a:xfrm>
            <a:off x="7116878" y="4674870"/>
            <a:ext cx="1211580" cy="617220"/>
          </a:xfrm>
          <a:prstGeom prst="roundRect">
            <a:avLst>
              <a:gd name="adj" fmla="val 27778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Discovery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</a:rPr>
              <a:t>Agent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E0E796-B481-E9C2-1613-60E83FFE0894}"/>
              </a:ext>
            </a:extLst>
          </p:cNvPr>
          <p:cNvSpPr txBox="1"/>
          <p:nvPr/>
        </p:nvSpPr>
        <p:spPr>
          <a:xfrm>
            <a:off x="5604106" y="148324"/>
            <a:ext cx="16647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ZTP Workflow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8F4B1D2-30EA-1DE2-91D1-5E8E8B79BF0F}"/>
              </a:ext>
            </a:extLst>
          </p:cNvPr>
          <p:cNvSpPr txBox="1"/>
          <p:nvPr/>
        </p:nvSpPr>
        <p:spPr>
          <a:xfrm>
            <a:off x="9323304" y="1415146"/>
            <a:ext cx="24116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&gt;</a:t>
            </a:r>
            <a:r>
              <a:rPr lang="en-US" sz="1400" b="1" dirty="0"/>
              <a:t> BMO boots BM via BMC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EC04698-BF82-EC84-526B-F4B390ADE042}"/>
              </a:ext>
            </a:extLst>
          </p:cNvPr>
          <p:cNvSpPr txBox="1"/>
          <p:nvPr/>
        </p:nvSpPr>
        <p:spPr>
          <a:xfrm>
            <a:off x="1066963" y="6388408"/>
            <a:ext cx="65039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BMC – </a:t>
            </a:r>
            <a:r>
              <a:rPr lang="en-US" sz="1400" dirty="0"/>
              <a:t>Baseboard Management Controller  </a:t>
            </a:r>
            <a:r>
              <a:rPr lang="en-US" sz="1400" b="1" dirty="0"/>
              <a:t>BM - </a:t>
            </a:r>
            <a:r>
              <a:rPr lang="en-US" sz="1400" dirty="0"/>
              <a:t>Bare Metal  </a:t>
            </a:r>
            <a:r>
              <a:rPr lang="en-US" sz="1400" b="1" dirty="0"/>
              <a:t>AI- </a:t>
            </a:r>
            <a:r>
              <a:rPr lang="en-US" sz="1400" dirty="0"/>
              <a:t>Assisted Installer  </a:t>
            </a:r>
            <a:r>
              <a:rPr lang="en-US" sz="1400" b="1" dirty="0"/>
              <a:t>BMO - </a:t>
            </a:r>
            <a:r>
              <a:rPr lang="en-US" sz="1400" dirty="0"/>
              <a:t>Bare Metal Operator  </a:t>
            </a:r>
            <a:r>
              <a:rPr lang="en-US" sz="1400" b="1" dirty="0"/>
              <a:t>OCM</a:t>
            </a:r>
            <a:r>
              <a:rPr lang="en-US" sz="1400" dirty="0"/>
              <a:t> – Open Cluster Management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C839919-4F45-976A-262F-2B37B0AA5B07}"/>
              </a:ext>
            </a:extLst>
          </p:cNvPr>
          <p:cNvSpPr txBox="1"/>
          <p:nvPr/>
        </p:nvSpPr>
        <p:spPr>
          <a:xfrm>
            <a:off x="9323304" y="1787459"/>
            <a:ext cx="25829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&gt;</a:t>
            </a:r>
            <a:r>
              <a:rPr lang="en-US" sz="1400" b="1" dirty="0"/>
              <a:t> AI Discovery Agents report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B58DFAF-31F7-061C-8D10-CA7A54BA5363}"/>
              </a:ext>
            </a:extLst>
          </p:cNvPr>
          <p:cNvSpPr txBox="1"/>
          <p:nvPr/>
        </p:nvSpPr>
        <p:spPr>
          <a:xfrm>
            <a:off x="9323304" y="2155728"/>
            <a:ext cx="25829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&gt;</a:t>
            </a:r>
            <a:r>
              <a:rPr lang="en-US" sz="1400" b="1" dirty="0"/>
              <a:t> Installation Starts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E854A82-7367-A16B-D944-E34CA58BD71D}"/>
              </a:ext>
            </a:extLst>
          </p:cNvPr>
          <p:cNvSpPr txBox="1"/>
          <p:nvPr/>
        </p:nvSpPr>
        <p:spPr>
          <a:xfrm>
            <a:off x="9323304" y="2497871"/>
            <a:ext cx="25829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&gt;</a:t>
            </a:r>
            <a:r>
              <a:rPr lang="en-US" sz="1400" b="1" dirty="0"/>
              <a:t> OCP Installed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89F69A7-80D4-C59B-0475-8A506EB5C24F}"/>
              </a:ext>
            </a:extLst>
          </p:cNvPr>
          <p:cNvSpPr txBox="1"/>
          <p:nvPr/>
        </p:nvSpPr>
        <p:spPr>
          <a:xfrm>
            <a:off x="9323304" y="3225742"/>
            <a:ext cx="25829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&gt;</a:t>
            </a:r>
            <a:r>
              <a:rPr lang="en-US" sz="1400" b="1" dirty="0"/>
              <a:t> OCM Import Cluster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F8D32756-BAB1-01AD-72A0-035624007899}"/>
              </a:ext>
            </a:extLst>
          </p:cNvPr>
          <p:cNvSpPr/>
          <p:nvPr/>
        </p:nvSpPr>
        <p:spPr>
          <a:xfrm>
            <a:off x="3216573" y="3246120"/>
            <a:ext cx="617220" cy="617220"/>
          </a:xfrm>
          <a:prstGeom prst="roundRect">
            <a:avLst>
              <a:gd name="adj" fmla="val 50000"/>
            </a:avLst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ISO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F620E47-12C9-6CD9-F3FA-56941B61E2C4}"/>
              </a:ext>
            </a:extLst>
          </p:cNvPr>
          <p:cNvSpPr txBox="1"/>
          <p:nvPr/>
        </p:nvSpPr>
        <p:spPr>
          <a:xfrm>
            <a:off x="9323304" y="1042833"/>
            <a:ext cx="25829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&gt;</a:t>
            </a:r>
            <a:r>
              <a:rPr lang="en-US" sz="1400" b="1" dirty="0"/>
              <a:t> AI Creates Discovery ISO</a:t>
            </a:r>
          </a:p>
        </p:txBody>
      </p: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C74E401B-6DA4-3DCA-A91D-8E754C4544E9}"/>
              </a:ext>
            </a:extLst>
          </p:cNvPr>
          <p:cNvGrpSpPr/>
          <p:nvPr/>
        </p:nvGrpSpPr>
        <p:grpSpPr>
          <a:xfrm>
            <a:off x="2260247" y="3355888"/>
            <a:ext cx="1001828" cy="461665"/>
            <a:chOff x="2260247" y="3355888"/>
            <a:chExt cx="1001828" cy="461665"/>
          </a:xfrm>
        </p:grpSpPr>
        <p:sp>
          <p:nvSpPr>
            <p:cNvPr id="1025" name="TextBox 1024">
              <a:extLst>
                <a:ext uri="{FF2B5EF4-FFF2-40B4-BE49-F238E27FC236}">
                  <a16:creationId xmlns:a16="http://schemas.microsoft.com/office/drawing/2014/main" id="{B9CDA4E1-73DD-5F8F-9878-7ED5ED0DDAD8}"/>
                </a:ext>
              </a:extLst>
            </p:cNvPr>
            <p:cNvSpPr txBox="1"/>
            <p:nvPr/>
          </p:nvSpPr>
          <p:spPr>
            <a:xfrm>
              <a:off x="2260247" y="3355888"/>
              <a:ext cx="100182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Creates</a:t>
              </a:r>
            </a:p>
            <a:p>
              <a:pPr algn="ctr"/>
              <a:r>
                <a:rPr lang="en-US" sz="1200" b="1" dirty="0"/>
                <a:t>Discovery</a:t>
              </a:r>
            </a:p>
          </p:txBody>
        </p:sp>
        <p:cxnSp>
          <p:nvCxnSpPr>
            <p:cNvPr id="1029" name="Straight Arrow Connector 1028">
              <a:extLst>
                <a:ext uri="{FF2B5EF4-FFF2-40B4-BE49-F238E27FC236}">
                  <a16:creationId xmlns:a16="http://schemas.microsoft.com/office/drawing/2014/main" id="{CA9BB23A-72FF-3813-F23B-6C1483A027F2}"/>
                </a:ext>
              </a:extLst>
            </p:cNvPr>
            <p:cNvCxnSpPr/>
            <p:nvPr/>
          </p:nvCxnSpPr>
          <p:spPr>
            <a:xfrm>
              <a:off x="2314510" y="3589264"/>
              <a:ext cx="893301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A4DFC89A-D05C-6FEA-B792-0B3755D8F1C0}"/>
              </a:ext>
            </a:extLst>
          </p:cNvPr>
          <p:cNvCxnSpPr/>
          <p:nvPr/>
        </p:nvCxnSpPr>
        <p:spPr>
          <a:xfrm flipV="1">
            <a:off x="7722668" y="5292090"/>
            <a:ext cx="0" cy="41402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64" name="Group 1063">
            <a:extLst>
              <a:ext uri="{FF2B5EF4-FFF2-40B4-BE49-F238E27FC236}">
                <a16:creationId xmlns:a16="http://schemas.microsoft.com/office/drawing/2014/main" id="{CEF8D2E1-98FB-03C9-C39E-97617D974BF0}"/>
              </a:ext>
            </a:extLst>
          </p:cNvPr>
          <p:cNvGrpSpPr/>
          <p:nvPr/>
        </p:nvGrpSpPr>
        <p:grpSpPr>
          <a:xfrm>
            <a:off x="2278543" y="3863339"/>
            <a:ext cx="4838335" cy="1971676"/>
            <a:chOff x="2278543" y="3863339"/>
            <a:chExt cx="4838335" cy="1971676"/>
          </a:xfrm>
        </p:grpSpPr>
        <p:grpSp>
          <p:nvGrpSpPr>
            <p:cNvPr id="1053" name="Group 1052">
              <a:extLst>
                <a:ext uri="{FF2B5EF4-FFF2-40B4-BE49-F238E27FC236}">
                  <a16:creationId xmlns:a16="http://schemas.microsoft.com/office/drawing/2014/main" id="{E375CC4A-E23D-0639-ECCC-861712382670}"/>
                </a:ext>
              </a:extLst>
            </p:cNvPr>
            <p:cNvGrpSpPr/>
            <p:nvPr/>
          </p:nvGrpSpPr>
          <p:grpSpPr>
            <a:xfrm>
              <a:off x="2278543" y="3863339"/>
              <a:ext cx="4838335" cy="1971676"/>
              <a:chOff x="2278543" y="3863339"/>
              <a:chExt cx="3683905" cy="2014241"/>
            </a:xfrm>
          </p:grpSpPr>
          <p:cxnSp>
            <p:nvCxnSpPr>
              <p:cNvPr id="1048" name="Straight Arrow Connector 1047">
                <a:extLst>
                  <a:ext uri="{FF2B5EF4-FFF2-40B4-BE49-F238E27FC236}">
                    <a16:creationId xmlns:a16="http://schemas.microsoft.com/office/drawing/2014/main" id="{791B55ED-DC91-AFB1-0672-4524C8D2B463}"/>
                  </a:ext>
                </a:extLst>
              </p:cNvPr>
              <p:cNvCxnSpPr>
                <a:cxnSpLocks/>
                <a:stCxn id="33" idx="3"/>
              </p:cNvCxnSpPr>
              <p:nvPr/>
            </p:nvCxnSpPr>
            <p:spPr>
              <a:xfrm flipV="1">
                <a:off x="2278543" y="3863339"/>
                <a:ext cx="1029955" cy="1698967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9" name="Straight Arrow Connector 1048">
                <a:extLst>
                  <a:ext uri="{FF2B5EF4-FFF2-40B4-BE49-F238E27FC236}">
                    <a16:creationId xmlns:a16="http://schemas.microsoft.com/office/drawing/2014/main" id="{483352E4-3BAA-2674-4216-B234A954AE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8498" y="3870913"/>
                <a:ext cx="2653950" cy="2006667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63" name="TextBox 1062">
              <a:extLst>
                <a:ext uri="{FF2B5EF4-FFF2-40B4-BE49-F238E27FC236}">
                  <a16:creationId xmlns:a16="http://schemas.microsoft.com/office/drawing/2014/main" id="{CA7D3650-9802-103E-FCA1-F9858697BE81}"/>
                </a:ext>
              </a:extLst>
            </p:cNvPr>
            <p:cNvSpPr txBox="1"/>
            <p:nvPr/>
          </p:nvSpPr>
          <p:spPr>
            <a:xfrm>
              <a:off x="3360540" y="4018481"/>
              <a:ext cx="8686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BOOT</a:t>
              </a:r>
            </a:p>
          </p:txBody>
        </p:sp>
      </p:grpSp>
      <p:grpSp>
        <p:nvGrpSpPr>
          <p:cNvPr id="1070" name="Group 1069">
            <a:extLst>
              <a:ext uri="{FF2B5EF4-FFF2-40B4-BE49-F238E27FC236}">
                <a16:creationId xmlns:a16="http://schemas.microsoft.com/office/drawing/2014/main" id="{FEB80762-EB66-87E3-28AD-E143936152D2}"/>
              </a:ext>
            </a:extLst>
          </p:cNvPr>
          <p:cNvGrpSpPr/>
          <p:nvPr/>
        </p:nvGrpSpPr>
        <p:grpSpPr>
          <a:xfrm>
            <a:off x="2310612" y="3628165"/>
            <a:ext cx="5554312" cy="1355315"/>
            <a:chOff x="2310612" y="3628165"/>
            <a:chExt cx="5554312" cy="1355315"/>
          </a:xfrm>
        </p:grpSpPr>
        <p:cxnSp>
          <p:nvCxnSpPr>
            <p:cNvPr id="1066" name="Straight Arrow Connector 1065">
              <a:extLst>
                <a:ext uri="{FF2B5EF4-FFF2-40B4-BE49-F238E27FC236}">
                  <a16:creationId xmlns:a16="http://schemas.microsoft.com/office/drawing/2014/main" id="{96AB453D-0162-05E4-9BCF-5CE8C9340887}"/>
                </a:ext>
              </a:extLst>
            </p:cNvPr>
            <p:cNvCxnSpPr>
              <a:cxnSpLocks/>
            </p:cNvCxnSpPr>
            <p:nvPr/>
          </p:nvCxnSpPr>
          <p:spPr>
            <a:xfrm>
              <a:off x="2310612" y="3628165"/>
              <a:ext cx="4779394" cy="13553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8" name="TextBox 1067">
              <a:extLst>
                <a:ext uri="{FF2B5EF4-FFF2-40B4-BE49-F238E27FC236}">
                  <a16:creationId xmlns:a16="http://schemas.microsoft.com/office/drawing/2014/main" id="{DEF0AA2A-77E9-C87E-FF26-1545D0DA7969}"/>
                </a:ext>
              </a:extLst>
            </p:cNvPr>
            <p:cNvSpPr txBox="1"/>
            <p:nvPr/>
          </p:nvSpPr>
          <p:spPr>
            <a:xfrm rot="930003">
              <a:off x="4141920" y="4282112"/>
              <a:ext cx="25829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&lt;</a:t>
              </a:r>
              <a:r>
                <a:rPr lang="en-US" sz="1200" b="1" dirty="0"/>
                <a:t> Discovery Agents report AI</a:t>
              </a:r>
            </a:p>
          </p:txBody>
        </p:sp>
        <p:sp>
          <p:nvSpPr>
            <p:cNvPr id="1069" name="TextBox 1068">
              <a:extLst>
                <a:ext uri="{FF2B5EF4-FFF2-40B4-BE49-F238E27FC236}">
                  <a16:creationId xmlns:a16="http://schemas.microsoft.com/office/drawing/2014/main" id="{79AB9C15-1FE6-ED6C-139C-06EE4B4B04A9}"/>
                </a:ext>
              </a:extLst>
            </p:cNvPr>
            <p:cNvSpPr txBox="1"/>
            <p:nvPr/>
          </p:nvSpPr>
          <p:spPr>
            <a:xfrm rot="930003">
              <a:off x="3663788" y="4556372"/>
              <a:ext cx="420113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&gt; </a:t>
              </a:r>
              <a:r>
                <a:rPr lang="en-US" sz="1200" b="1" dirty="0"/>
                <a:t>Discovery Agents collect HW &amp; NW info from AI</a:t>
              </a: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EF4012F6-B232-4277-4931-4ED93376726B}"/>
              </a:ext>
            </a:extLst>
          </p:cNvPr>
          <p:cNvSpPr txBox="1"/>
          <p:nvPr/>
        </p:nvSpPr>
        <p:spPr>
          <a:xfrm>
            <a:off x="9323304" y="2864388"/>
            <a:ext cx="25829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&gt;</a:t>
            </a:r>
            <a:r>
              <a:rPr lang="en-US" sz="1400" b="1" dirty="0"/>
              <a:t> HIVE reports to OCM</a:t>
            </a:r>
          </a:p>
        </p:txBody>
      </p:sp>
      <p:grpSp>
        <p:nvGrpSpPr>
          <p:cNvPr id="1083" name="Group 1082">
            <a:extLst>
              <a:ext uri="{FF2B5EF4-FFF2-40B4-BE49-F238E27FC236}">
                <a16:creationId xmlns:a16="http://schemas.microsoft.com/office/drawing/2014/main" id="{A75C27EF-7133-B706-2E1A-306E31EA6463}"/>
              </a:ext>
            </a:extLst>
          </p:cNvPr>
          <p:cNvGrpSpPr/>
          <p:nvPr/>
        </p:nvGrpSpPr>
        <p:grpSpPr>
          <a:xfrm>
            <a:off x="2278544" y="2628901"/>
            <a:ext cx="634892" cy="1790847"/>
            <a:chOff x="2278544" y="2628901"/>
            <a:chExt cx="634892" cy="1790847"/>
          </a:xfrm>
        </p:grpSpPr>
        <p:grpSp>
          <p:nvGrpSpPr>
            <p:cNvPr id="1079" name="Group 1078">
              <a:extLst>
                <a:ext uri="{FF2B5EF4-FFF2-40B4-BE49-F238E27FC236}">
                  <a16:creationId xmlns:a16="http://schemas.microsoft.com/office/drawing/2014/main" id="{DFB10C02-5255-3EA0-0863-6959555C9BEB}"/>
                </a:ext>
              </a:extLst>
            </p:cNvPr>
            <p:cNvGrpSpPr/>
            <p:nvPr/>
          </p:nvGrpSpPr>
          <p:grpSpPr>
            <a:xfrm>
              <a:off x="2278544" y="2628901"/>
              <a:ext cx="387807" cy="1786142"/>
              <a:chOff x="2278544" y="2628900"/>
              <a:chExt cx="2421766" cy="3206115"/>
            </a:xfrm>
          </p:grpSpPr>
          <p:cxnSp>
            <p:nvCxnSpPr>
              <p:cNvPr id="1076" name="Connector: Elbow 1075">
                <a:extLst>
                  <a:ext uri="{FF2B5EF4-FFF2-40B4-BE49-F238E27FC236}">
                    <a16:creationId xmlns:a16="http://schemas.microsoft.com/office/drawing/2014/main" id="{E4313410-9C9C-52F5-7651-449FF3DA076B}"/>
                  </a:ext>
                </a:extLst>
              </p:cNvPr>
              <p:cNvCxnSpPr>
                <a:endCxn id="30" idx="3"/>
              </p:cNvCxnSpPr>
              <p:nvPr/>
            </p:nvCxnSpPr>
            <p:spPr>
              <a:xfrm rot="16200000" flipV="1">
                <a:off x="1886369" y="3021075"/>
                <a:ext cx="3206115" cy="2421766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8" name="Straight Connector 1077">
                <a:extLst>
                  <a:ext uri="{FF2B5EF4-FFF2-40B4-BE49-F238E27FC236}">
                    <a16:creationId xmlns:a16="http://schemas.microsoft.com/office/drawing/2014/main" id="{4AF4CF57-D359-4BD9-C4BC-B5503B60D7C1}"/>
                  </a:ext>
                </a:extLst>
              </p:cNvPr>
              <p:cNvCxnSpPr/>
              <p:nvPr/>
            </p:nvCxnSpPr>
            <p:spPr>
              <a:xfrm>
                <a:off x="2310612" y="5835015"/>
                <a:ext cx="238969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80" name="TextBox 1079">
              <a:extLst>
                <a:ext uri="{FF2B5EF4-FFF2-40B4-BE49-F238E27FC236}">
                  <a16:creationId xmlns:a16="http://schemas.microsoft.com/office/drawing/2014/main" id="{4A2CDE17-D2C9-D2F1-0C11-9DA61D8C3DD9}"/>
                </a:ext>
              </a:extLst>
            </p:cNvPr>
            <p:cNvSpPr txBox="1"/>
            <p:nvPr/>
          </p:nvSpPr>
          <p:spPr>
            <a:xfrm rot="5400000">
              <a:off x="1983352" y="3489664"/>
              <a:ext cx="15831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HIVE reports to OCM</a:t>
              </a:r>
            </a:p>
          </p:txBody>
        </p:sp>
      </p:grpSp>
      <p:grpSp>
        <p:nvGrpSpPr>
          <p:cNvPr id="1085" name="Group 1084">
            <a:extLst>
              <a:ext uri="{FF2B5EF4-FFF2-40B4-BE49-F238E27FC236}">
                <a16:creationId xmlns:a16="http://schemas.microsoft.com/office/drawing/2014/main" id="{F9A3E339-69ED-1181-2786-2E7C2D49FCCE}"/>
              </a:ext>
            </a:extLst>
          </p:cNvPr>
          <p:cNvGrpSpPr/>
          <p:nvPr/>
        </p:nvGrpSpPr>
        <p:grpSpPr>
          <a:xfrm>
            <a:off x="7035082" y="4261258"/>
            <a:ext cx="1580916" cy="414024"/>
            <a:chOff x="7035082" y="4261258"/>
            <a:chExt cx="1580916" cy="414024"/>
          </a:xfrm>
        </p:grpSpPr>
        <p:cxnSp>
          <p:nvCxnSpPr>
            <p:cNvPr id="1062" name="Straight Arrow Connector 1061">
              <a:extLst>
                <a:ext uri="{FF2B5EF4-FFF2-40B4-BE49-F238E27FC236}">
                  <a16:creationId xmlns:a16="http://schemas.microsoft.com/office/drawing/2014/main" id="{B49D94DF-AD34-CA94-7010-CF28ACB12122}"/>
                </a:ext>
              </a:extLst>
            </p:cNvPr>
            <p:cNvCxnSpPr/>
            <p:nvPr/>
          </p:nvCxnSpPr>
          <p:spPr>
            <a:xfrm flipV="1">
              <a:off x="7745326" y="4261258"/>
              <a:ext cx="0" cy="414024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TextBox 1083">
              <a:extLst>
                <a:ext uri="{FF2B5EF4-FFF2-40B4-BE49-F238E27FC236}">
                  <a16:creationId xmlns:a16="http://schemas.microsoft.com/office/drawing/2014/main" id="{6FE48C8B-2013-2B3A-FE31-7C000FF4D1A0}"/>
                </a:ext>
              </a:extLst>
            </p:cNvPr>
            <p:cNvSpPr txBox="1"/>
            <p:nvPr/>
          </p:nvSpPr>
          <p:spPr>
            <a:xfrm>
              <a:off x="7035082" y="4328021"/>
              <a:ext cx="158091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/>
                <a:t>Installation Starts</a:t>
              </a:r>
            </a:p>
          </p:txBody>
        </p:sp>
      </p:grpSp>
      <p:sp>
        <p:nvSpPr>
          <p:cNvPr id="1086" name="TextBox 1085">
            <a:extLst>
              <a:ext uri="{FF2B5EF4-FFF2-40B4-BE49-F238E27FC236}">
                <a16:creationId xmlns:a16="http://schemas.microsoft.com/office/drawing/2014/main" id="{C2AD1422-5ECC-3BB8-92ED-B2F16D4E3456}"/>
              </a:ext>
            </a:extLst>
          </p:cNvPr>
          <p:cNvSpPr txBox="1"/>
          <p:nvPr/>
        </p:nvSpPr>
        <p:spPr>
          <a:xfrm>
            <a:off x="7153292" y="3919995"/>
            <a:ext cx="12573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OCP Installed</a:t>
            </a:r>
          </a:p>
        </p:txBody>
      </p:sp>
      <p:grpSp>
        <p:nvGrpSpPr>
          <p:cNvPr id="1090" name="Group 1089">
            <a:extLst>
              <a:ext uri="{FF2B5EF4-FFF2-40B4-BE49-F238E27FC236}">
                <a16:creationId xmlns:a16="http://schemas.microsoft.com/office/drawing/2014/main" id="{B8ACB8F6-675F-ED93-33A7-A297F981A9DA}"/>
              </a:ext>
            </a:extLst>
          </p:cNvPr>
          <p:cNvGrpSpPr/>
          <p:nvPr/>
        </p:nvGrpSpPr>
        <p:grpSpPr>
          <a:xfrm>
            <a:off x="2260247" y="2248011"/>
            <a:ext cx="4713699" cy="307777"/>
            <a:chOff x="2260247" y="2248011"/>
            <a:chExt cx="4713699" cy="307777"/>
          </a:xfrm>
        </p:grpSpPr>
        <p:cxnSp>
          <p:nvCxnSpPr>
            <p:cNvPr id="1088" name="Straight Arrow Connector 1087">
              <a:extLst>
                <a:ext uri="{FF2B5EF4-FFF2-40B4-BE49-F238E27FC236}">
                  <a16:creationId xmlns:a16="http://schemas.microsoft.com/office/drawing/2014/main" id="{B1895817-3F94-33B3-5E5C-D4F4CB812D8A}"/>
                </a:ext>
              </a:extLst>
            </p:cNvPr>
            <p:cNvCxnSpPr/>
            <p:nvPr/>
          </p:nvCxnSpPr>
          <p:spPr>
            <a:xfrm>
              <a:off x="2260247" y="2497871"/>
              <a:ext cx="4639421" cy="0"/>
            </a:xfrm>
            <a:prstGeom prst="straightConnector1">
              <a:avLst/>
            </a:prstGeom>
            <a:ln w="28575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9" name="TextBox 1088">
              <a:extLst>
                <a:ext uri="{FF2B5EF4-FFF2-40B4-BE49-F238E27FC236}">
                  <a16:creationId xmlns:a16="http://schemas.microsoft.com/office/drawing/2014/main" id="{CFAF5146-FBEB-2BEF-60C7-71BABFA02635}"/>
                </a:ext>
              </a:extLst>
            </p:cNvPr>
            <p:cNvSpPr txBox="1"/>
            <p:nvPr/>
          </p:nvSpPr>
          <p:spPr>
            <a:xfrm>
              <a:off x="4391000" y="2248011"/>
              <a:ext cx="258294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/>
                <a:t>OCM Import Cluster</a:t>
              </a:r>
            </a:p>
          </p:txBody>
        </p:sp>
      </p:grpSp>
      <p:grpSp>
        <p:nvGrpSpPr>
          <p:cNvPr id="1094" name="Group 1093">
            <a:extLst>
              <a:ext uri="{FF2B5EF4-FFF2-40B4-BE49-F238E27FC236}">
                <a16:creationId xmlns:a16="http://schemas.microsoft.com/office/drawing/2014/main" id="{BDE1EBCC-632F-96C3-1B51-88F9C21E7C20}"/>
              </a:ext>
            </a:extLst>
          </p:cNvPr>
          <p:cNvGrpSpPr/>
          <p:nvPr/>
        </p:nvGrpSpPr>
        <p:grpSpPr>
          <a:xfrm>
            <a:off x="7209142" y="2856021"/>
            <a:ext cx="1353377" cy="316144"/>
            <a:chOff x="7209142" y="2856021"/>
            <a:chExt cx="1353377" cy="316144"/>
          </a:xfrm>
        </p:grpSpPr>
        <p:sp>
          <p:nvSpPr>
            <p:cNvPr id="1024" name="TextBox 1023">
              <a:extLst>
                <a:ext uri="{FF2B5EF4-FFF2-40B4-BE49-F238E27FC236}">
                  <a16:creationId xmlns:a16="http://schemas.microsoft.com/office/drawing/2014/main" id="{C14C975F-6475-A352-0143-1D18DC1DF242}"/>
                </a:ext>
              </a:extLst>
            </p:cNvPr>
            <p:cNvSpPr txBox="1"/>
            <p:nvPr/>
          </p:nvSpPr>
          <p:spPr>
            <a:xfrm>
              <a:off x="7209142" y="2856021"/>
              <a:ext cx="13533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Apply Policies</a:t>
              </a:r>
            </a:p>
          </p:txBody>
        </p:sp>
        <p:cxnSp>
          <p:nvCxnSpPr>
            <p:cNvPr id="1092" name="Straight Arrow Connector 1091">
              <a:extLst>
                <a:ext uri="{FF2B5EF4-FFF2-40B4-BE49-F238E27FC236}">
                  <a16:creationId xmlns:a16="http://schemas.microsoft.com/office/drawing/2014/main" id="{88FB4F28-470D-11E6-7890-AC710D1A2E7A}"/>
                </a:ext>
              </a:extLst>
            </p:cNvPr>
            <p:cNvCxnSpPr/>
            <p:nvPr/>
          </p:nvCxnSpPr>
          <p:spPr>
            <a:xfrm>
              <a:off x="7684648" y="2880360"/>
              <a:ext cx="0" cy="291805"/>
            </a:xfrm>
            <a:prstGeom prst="straightConnector1">
              <a:avLst/>
            </a:prstGeom>
            <a:ln w="28575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93" name="TextBox 1092">
            <a:extLst>
              <a:ext uri="{FF2B5EF4-FFF2-40B4-BE49-F238E27FC236}">
                <a16:creationId xmlns:a16="http://schemas.microsoft.com/office/drawing/2014/main" id="{E0A06DDA-904A-D081-CCC4-C7C7AFCB6983}"/>
              </a:ext>
            </a:extLst>
          </p:cNvPr>
          <p:cNvSpPr txBox="1"/>
          <p:nvPr/>
        </p:nvSpPr>
        <p:spPr>
          <a:xfrm>
            <a:off x="9319474" y="3586720"/>
            <a:ext cx="25829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&gt;</a:t>
            </a:r>
            <a:r>
              <a:rPr lang="en-US" sz="1400" b="1" dirty="0"/>
              <a:t> OCM apply policies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D56B3BBD-0688-A773-1C76-0F3C40098E84}"/>
              </a:ext>
            </a:extLst>
          </p:cNvPr>
          <p:cNvSpPr/>
          <p:nvPr/>
        </p:nvSpPr>
        <p:spPr>
          <a:xfrm>
            <a:off x="6899669" y="2263140"/>
            <a:ext cx="1569960" cy="617220"/>
          </a:xfrm>
          <a:prstGeom prst="roundRect">
            <a:avLst>
              <a:gd name="adj" fmla="val 1851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Klusterlet</a:t>
            </a: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3E45BD28-6B74-0E7F-5C83-B9D90E6D41CD}"/>
              </a:ext>
            </a:extLst>
          </p:cNvPr>
          <p:cNvSpPr/>
          <p:nvPr/>
        </p:nvSpPr>
        <p:spPr>
          <a:xfrm>
            <a:off x="6899668" y="3188970"/>
            <a:ext cx="1569961" cy="617220"/>
          </a:xfrm>
          <a:prstGeom prst="roundRect">
            <a:avLst>
              <a:gd name="adj" fmla="val 25926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AddOns</a:t>
            </a:r>
          </a:p>
        </p:txBody>
      </p:sp>
      <p:sp>
        <p:nvSpPr>
          <p:cNvPr id="1097" name="TextBox 1096">
            <a:extLst>
              <a:ext uri="{FF2B5EF4-FFF2-40B4-BE49-F238E27FC236}">
                <a16:creationId xmlns:a16="http://schemas.microsoft.com/office/drawing/2014/main" id="{8D27907A-B1AD-9249-F372-7A617375A5A4}"/>
              </a:ext>
            </a:extLst>
          </p:cNvPr>
          <p:cNvSpPr txBox="1"/>
          <p:nvPr/>
        </p:nvSpPr>
        <p:spPr>
          <a:xfrm>
            <a:off x="9319474" y="3987603"/>
            <a:ext cx="25829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&gt;</a:t>
            </a:r>
            <a:r>
              <a:rPr lang="en-US" sz="1400" b="1" dirty="0"/>
              <a:t> OCP SNO Cluster Ready</a:t>
            </a:r>
          </a:p>
        </p:txBody>
      </p:sp>
      <p:cxnSp>
        <p:nvCxnSpPr>
          <p:cNvPr id="1099" name="Straight Arrow Connector 1098">
            <a:extLst>
              <a:ext uri="{FF2B5EF4-FFF2-40B4-BE49-F238E27FC236}">
                <a16:creationId xmlns:a16="http://schemas.microsoft.com/office/drawing/2014/main" id="{C5735A1E-8ECD-AD1C-8A5D-3A566784B16C}"/>
              </a:ext>
            </a:extLst>
          </p:cNvPr>
          <p:cNvCxnSpPr/>
          <p:nvPr/>
        </p:nvCxnSpPr>
        <p:spPr>
          <a:xfrm>
            <a:off x="3935704" y="2651759"/>
            <a:ext cx="2963964" cy="0"/>
          </a:xfrm>
          <a:prstGeom prst="straightConnector1">
            <a:avLst/>
          </a:prstGeom>
          <a:ln w="19050">
            <a:solidFill>
              <a:srgbClr val="FFC000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74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6" presetClass="entr" presetSubtype="16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2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4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xit" presetSubtype="0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xit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xit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4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ntr" presetSubtype="4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6" presetClass="entr" presetSubtype="16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65" dur="2000"/>
                                        <p:tgtEl>
                                          <p:spTgt spid="10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xit" presetSubtype="0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6" presetClass="entr" presetSubtype="16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4" dur="2000"/>
                                        <p:tgtEl>
                                          <p:spTgt spid="10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4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xit" presetSubtype="0" fill="hold" grpId="1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2" presetClass="entr" presetSubtype="4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6" presetClass="exit" presetSubtype="32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98" dur="2000"/>
                                        <p:tgtEl>
                                          <p:spTgt spid="10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6" presetClass="entr" presetSubtype="21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4" dur="500"/>
                                        <p:tgtEl>
                                          <p:spTgt spid="10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" presetClass="entr" presetSubtype="4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xit" presetSubtype="0" fill="hold" grpId="1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xit" presetSubtype="0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6" presetClass="entr" presetSubtype="16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7" dur="2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" presetClass="exit" presetSubtype="0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2" presetClass="entr" presetSubtype="4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6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indefinite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1" presetClass="entr" presetSubtype="0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" presetClass="entr" presetSubtype="0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2" presetClass="entr" presetSubtype="4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500" fill="hold"/>
                                        <p:tgtEl>
                                          <p:spTgt spid="10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500" fill="hold"/>
                                        <p:tgtEl>
                                          <p:spTgt spid="10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2" fill="hold">
                      <p:stCondLst>
                        <p:cond delay="indefinite"/>
                      </p:stCondLst>
                      <p:childTnLst>
                        <p:par>
                          <p:cTn id="153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6" presetClass="entr" presetSubtype="16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56" dur="2000"/>
                                        <p:tgtEl>
                                          <p:spTgt spid="10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2" presetClass="entr" presetSubtype="4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1" dur="500" fill="hold"/>
                                        <p:tgtEl>
                                          <p:spTgt spid="10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00" fill="hold"/>
                                        <p:tgtEl>
                                          <p:spTgt spid="10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  <p:bldP spid="54" grpId="1" animBg="1"/>
      <p:bldP spid="57" grpId="0"/>
      <p:bldP spid="59" grpId="0"/>
      <p:bldP spid="60" grpId="0"/>
      <p:bldP spid="61" grpId="0"/>
      <p:bldP spid="63" grpId="0"/>
      <p:bldP spid="47" grpId="0" animBg="1"/>
      <p:bldP spid="47" grpId="1" animBg="1"/>
      <p:bldP spid="56" grpId="0"/>
      <p:bldP spid="62" grpId="0"/>
      <p:bldP spid="1086" grpId="0"/>
      <p:bldP spid="1086" grpId="1"/>
      <p:bldP spid="1093" grpId="0"/>
      <p:bldP spid="45" grpId="0" animBg="1"/>
      <p:bldP spid="46" grpId="0" animBg="1"/>
      <p:bldP spid="109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798426A-D2D2-0F8D-DBB6-BB6D2C870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2" name="Picture 18" descr="Virtual Server Icon Design for Modern ...">
            <a:extLst>
              <a:ext uri="{FF2B5EF4-FFF2-40B4-BE49-F238E27FC236}">
                <a16:creationId xmlns:a16="http://schemas.microsoft.com/office/drawing/2014/main" id="{794880E4-F954-B75B-CC7E-1839C75F7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1917" y="2602482"/>
            <a:ext cx="1152351" cy="1152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nternet logo Images - Free Download on ...">
            <a:extLst>
              <a:ext uri="{FF2B5EF4-FFF2-40B4-BE49-F238E27FC236}">
                <a16:creationId xmlns:a16="http://schemas.microsoft.com/office/drawing/2014/main" id="{7088C41F-A557-67EA-184A-2FF2D52CCA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5902" y="3117384"/>
            <a:ext cx="269762" cy="269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Internet - Free signs icons">
            <a:extLst>
              <a:ext uri="{FF2B5EF4-FFF2-40B4-BE49-F238E27FC236}">
                <a16:creationId xmlns:a16="http://schemas.microsoft.com/office/drawing/2014/main" id="{3B312452-1813-B1C5-C664-2D5A48344D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V="1">
            <a:off x="6220505" y="2717508"/>
            <a:ext cx="374877" cy="374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OpenShift - Wikipedia">
            <a:extLst>
              <a:ext uri="{FF2B5EF4-FFF2-40B4-BE49-F238E27FC236}">
                <a16:creationId xmlns:a16="http://schemas.microsoft.com/office/drawing/2014/main" id="{44C2CCD2-4B77-07AA-5695-A530FCB37E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0017" y="1965961"/>
            <a:ext cx="1321190" cy="1412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4" name="Picture 20" descr="Openshift icon - Free Download PNG ...">
            <a:extLst>
              <a:ext uri="{FF2B5EF4-FFF2-40B4-BE49-F238E27FC236}">
                <a16:creationId xmlns:a16="http://schemas.microsoft.com/office/drawing/2014/main" id="{C7B7DC31-99C3-9D80-903B-FF497E343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5480" y="2894072"/>
            <a:ext cx="439859" cy="439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24" descr="CentOS Reviews 2026: Details, Pricing ...">
            <a:extLst>
              <a:ext uri="{FF2B5EF4-FFF2-40B4-BE49-F238E27FC236}">
                <a16:creationId xmlns:a16="http://schemas.microsoft.com/office/drawing/2014/main" id="{020BE94C-D7C3-370E-45EA-21AD4548DE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3254" y="2804443"/>
            <a:ext cx="562617" cy="562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0" name="Picture 26" descr="Docker full logo transparent PNG - StickPNG">
            <a:extLst>
              <a:ext uri="{FF2B5EF4-FFF2-40B4-BE49-F238E27FC236}">
                <a16:creationId xmlns:a16="http://schemas.microsoft.com/office/drawing/2014/main" id="{A7D1EF39-1BA4-166A-D114-2FEF6C5B36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9591" y="3198402"/>
            <a:ext cx="736485" cy="7364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0" name="Picture 32" descr="Web server icon. colored outline icon ...">
            <a:extLst>
              <a:ext uri="{FF2B5EF4-FFF2-40B4-BE49-F238E27FC236}">
                <a16:creationId xmlns:a16="http://schemas.microsoft.com/office/drawing/2014/main" id="{5F855C18-7C42-DD69-3C52-C02AE6ACEE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2557" y="3539989"/>
            <a:ext cx="1108212" cy="7374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 descr="ThinkCentre M710 Tiny | 1L Micro ...">
            <a:extLst>
              <a:ext uri="{FF2B5EF4-FFF2-40B4-BE49-F238E27FC236}">
                <a16:creationId xmlns:a16="http://schemas.microsoft.com/office/drawing/2014/main" id="{46CAC421-24D3-8BCE-085D-9CDD2080B5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0146" y="3892357"/>
            <a:ext cx="2138787" cy="1519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D9FAA-5D9B-5629-5351-0D5EF349850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04741" y="4317594"/>
            <a:ext cx="430438" cy="41533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BED4BA3-FCA5-8BAF-056A-D00EA641C61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35179" y="4685830"/>
            <a:ext cx="296767" cy="263793"/>
          </a:xfrm>
          <a:prstGeom prst="rect">
            <a:avLst/>
          </a:prstGeom>
        </p:spPr>
      </p:pic>
      <p:pic>
        <p:nvPicPr>
          <p:cNvPr id="9" name="Picture 16" descr="TP-Link TL-MR3420 300 Mbps 2.4GHz 3G/4G ...">
            <a:extLst>
              <a:ext uri="{FF2B5EF4-FFF2-40B4-BE49-F238E27FC236}">
                <a16:creationId xmlns:a16="http://schemas.microsoft.com/office/drawing/2014/main" id="{7E858DC7-7F16-9EE6-F8E8-A81BD11A53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3826" y="2698458"/>
            <a:ext cx="1152351" cy="886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328A631-16ED-0A04-2686-EAA0D7BBB62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26445" y="2557491"/>
            <a:ext cx="1470373" cy="98024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FEBE080-74CE-1F51-B3BF-9AFBD91C06F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627397" y="4539337"/>
            <a:ext cx="525109" cy="562617"/>
          </a:xfrm>
          <a:prstGeom prst="rect">
            <a:avLst/>
          </a:prstGeom>
        </p:spPr>
      </p:pic>
      <p:pic>
        <p:nvPicPr>
          <p:cNvPr id="13" name="Picture 2" descr="DNS server RGB color icon stock vector ...">
            <a:extLst>
              <a:ext uri="{FF2B5EF4-FFF2-40B4-BE49-F238E27FC236}">
                <a16:creationId xmlns:a16="http://schemas.microsoft.com/office/drawing/2014/main" id="{4F5F5298-9F49-0F41-6F05-C3902B86E7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911" y="4422633"/>
            <a:ext cx="837521" cy="837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729E929-BA01-FA3D-993F-DC2DC51A017A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340230" y="4570617"/>
            <a:ext cx="510474" cy="469960"/>
          </a:xfrm>
          <a:prstGeom prst="rect">
            <a:avLst/>
          </a:prstGeom>
        </p:spPr>
      </p:pic>
      <p:pic>
        <p:nvPicPr>
          <p:cNvPr id="21" name="Picture 32" descr="Web server icon. colored outline icon ...">
            <a:extLst>
              <a:ext uri="{FF2B5EF4-FFF2-40B4-BE49-F238E27FC236}">
                <a16:creationId xmlns:a16="http://schemas.microsoft.com/office/drawing/2014/main" id="{F2EA3850-6B4B-454F-9C1F-C935E6A6E3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7359" y="4652190"/>
            <a:ext cx="776909" cy="51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AFF857E-0D9E-7DF1-426F-D4E5C051C01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652275" y="4606648"/>
            <a:ext cx="943107" cy="847843"/>
          </a:xfrm>
          <a:prstGeom prst="rect">
            <a:avLst/>
          </a:prstGeom>
        </p:spPr>
      </p:pic>
      <p:pic>
        <p:nvPicPr>
          <p:cNvPr id="2" name="Picture 36" descr="Makisu, Computer User, system ...">
            <a:extLst>
              <a:ext uri="{FF2B5EF4-FFF2-40B4-BE49-F238E27FC236}">
                <a16:creationId xmlns:a16="http://schemas.microsoft.com/office/drawing/2014/main" id="{8179940C-B369-499D-AD3C-B21344A078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9972584" y="4463296"/>
            <a:ext cx="447393" cy="447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20" descr="Openshift icon - Free Download PNG ...">
            <a:extLst>
              <a:ext uri="{FF2B5EF4-FFF2-40B4-BE49-F238E27FC236}">
                <a16:creationId xmlns:a16="http://schemas.microsoft.com/office/drawing/2014/main" id="{F8DA0BE7-0F47-7F6A-C6EC-44CE8D2D1D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7993" y="2084046"/>
            <a:ext cx="439859" cy="439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4ED2B5A6-0404-CC65-B5EC-83EEC0C8561B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747993" y="179846"/>
            <a:ext cx="1276528" cy="1276528"/>
          </a:xfrm>
          <a:prstGeom prst="rect">
            <a:avLst/>
          </a:prstGeom>
        </p:spPr>
      </p:pic>
      <p:pic>
        <p:nvPicPr>
          <p:cNvPr id="49" name="Picture 20" descr="Openshift icon - Free Download PNG ...">
            <a:extLst>
              <a:ext uri="{FF2B5EF4-FFF2-40B4-BE49-F238E27FC236}">
                <a16:creationId xmlns:a16="http://schemas.microsoft.com/office/drawing/2014/main" id="{CF65B5A7-213E-BBDC-7DF0-94156C7939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7439" y="386248"/>
            <a:ext cx="439859" cy="439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05897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383</TotalTime>
  <Words>215</Words>
  <Application>Microsoft Office PowerPoint</Application>
  <PresentationFormat>Widescreen</PresentationFormat>
  <Paragraphs>65</Paragraphs>
  <Slides>3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DELL</dc:creator>
  <cp:lastModifiedBy>DELL</cp:lastModifiedBy>
  <cp:revision>46</cp:revision>
  <dcterms:created xsi:type="dcterms:W3CDTF">2026-02-28T08:10:40Z</dcterms:created>
  <dcterms:modified xsi:type="dcterms:W3CDTF">2026-02-28T14:44:30Z</dcterms:modified>
</cp:coreProperties>
</file>