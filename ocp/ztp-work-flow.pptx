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0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2E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4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B70C7A-BF7A-4A31-8523-E2CAE6345113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5753F-14C9-4166-8F6E-A13BD4FF0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054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5753F-14C9-4166-8F6E-A13BD4FF008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985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51554-9815-958D-CE90-85F20E952B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C3F50-490F-BC2E-985A-081DAB5690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B3FBB-FEFA-583A-59C0-5B469F857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DC7E2-BD84-4B87-A2A2-E22DB4B76BFE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19CFC-BEC1-8187-E0AF-051C2901B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BA793-76DE-7DF2-43C1-DCC916BE9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44C17-5131-4E2F-844E-783B75878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645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5E2BD-3C2B-707F-103D-1877CF2DE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A9A13-595C-7356-B8BF-FCB6E242E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A0375-EECB-2A37-0F12-1C0669C85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DC7E2-BD84-4B87-A2A2-E22DB4B76BFE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AD369-855D-E161-8A79-8EFA0BEF2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16621-C8BB-6E6E-AF1D-0AFBC5285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44C17-5131-4E2F-844E-783B75878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426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13B82-C726-9698-F0BE-ACF677ED5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1812AE-9F66-C139-BB5A-93A11979A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0722B-B4AE-5240-F04B-C1FD64BDF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DC7E2-BD84-4B87-A2A2-E22DB4B76BFE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67FB9-59DF-1300-CD86-285A8744B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778A5-5A4F-34F8-DD00-478FCE262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44C17-5131-4E2F-844E-783B75878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008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2C15C-DC4D-DA92-F34A-C3805CB56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35BC1-C3BD-329D-4519-4B842E2B12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3DE7BF-3A7A-7C6D-A309-DEB0A61972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40559C-E66C-998D-94CA-C7F42410A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DC7E2-BD84-4B87-A2A2-E22DB4B76BFE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E295F3-B335-A74B-F7FF-54419934E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12A07-7602-B4C5-4FD8-3D21BCE44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44C17-5131-4E2F-844E-783B75878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680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1A518-5A12-C273-5F7D-51CFA7E68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46FEE-32E9-5C21-BE82-681B2B2DE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DE05F6-DD38-7419-5238-49585ED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70D7C0-62CB-2681-9C48-7D3609798A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3472D1-FD46-1C4F-AAEF-CFB67A1009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F8BD96-2921-7A01-EBCA-F0BD0A4B6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DC7E2-BD84-4B87-A2A2-E22DB4B76BFE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4EE8FC-193A-384B-CF08-7149504E4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91E661-97E5-EF4F-4579-65845F29F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44C17-5131-4E2F-844E-783B75878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935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390C0-B285-150B-4232-E15B14D4E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05DA7-AC9D-CC13-CFF8-30C9844BE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DC7E2-BD84-4B87-A2A2-E22DB4B76BFE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8C01CD-F70D-5EEB-E34E-F726FC128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FCFFD9-AC4C-83E8-0B2A-9DBB36FD7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44C17-5131-4E2F-844E-783B75878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071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FB6818-017C-69D7-DEA4-9A099D258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DC7E2-BD84-4B87-A2A2-E22DB4B76BFE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B0C39E-409A-0234-17BB-A9E11053D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35690-FB4C-DE74-A4B2-6012BE432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44C17-5131-4E2F-844E-783B75878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408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D25AD-80FB-B6C1-E2DF-0406B8D6B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14165-A1AF-A3BC-8DCF-52CE1717D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A1B135-47BE-94C8-4AF7-11B383EA36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3BAC7-5F4D-C207-431F-4738A10C5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DC7E2-BD84-4B87-A2A2-E22DB4B76BFE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5F16AB-AADC-D28E-8838-DA15C0029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8AAD5-51F3-ACC0-9491-CE0B9BB81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44C17-5131-4E2F-844E-783B75878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311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C120A-9215-2F7D-6ECF-F64146662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23E476-02C2-E469-9287-513FEBD5DB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EC8E81-531B-7B73-5F5F-83ADC26167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81D2F-D996-13A3-1F43-73692D0BA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DC7E2-BD84-4B87-A2A2-E22DB4B76BFE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CA5E3-99C5-6CD6-9EE1-79CDE96A1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501006-AD14-0240-7BCB-42B5E46B5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44C17-5131-4E2F-844E-783B75878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290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C5409-C3B6-502A-F5B1-EA300BA9A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01F79D-5508-1626-91E2-79D1ED42A3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96FF3-10A2-AC82-A8E7-D082BDA94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DC7E2-BD84-4B87-A2A2-E22DB4B76BFE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D8D90-9496-FB2F-AA43-92FF11B39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3D8E8-B668-8748-9E00-BC6FD3B31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44C17-5131-4E2F-844E-783B75878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31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7DB55F-C122-7027-3B06-6FE3CF2376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785E5E-D70A-0513-F807-64D6D18CB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35109-FDFC-BF5B-11C7-6880B1774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DC7E2-BD84-4B87-A2A2-E22DB4B76BFE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F8333-F1A6-16E5-4C74-095EEB2DF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855D2-3462-632D-3E47-2DA2D55C9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44C17-5131-4E2F-844E-783B75878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178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6E2842-82F4-2E58-B146-F4C250EFE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5B65A-3773-6E2C-E72A-2FF038313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E9194-56D7-AE4C-9FCA-EC1EE6C47E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3DC7E2-BD84-4B87-A2A2-E22DB4B76BFE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BEEB5-4CBE-A3D2-76A0-874C6E59A8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75B4B-0C2D-E7B3-99A7-CD6A3C33BD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44C17-5131-4E2F-844E-783B75878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35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hyperlink" Target="http://192.168.0.159:3000/cloudcafe/homelab" TargetMode="External"/><Relationship Id="rId26" Type="http://schemas.openxmlformats.org/officeDocument/2006/relationships/image" Target="../media/image19.jpeg"/><Relationship Id="rId3" Type="http://schemas.openxmlformats.org/officeDocument/2006/relationships/image" Target="../media/image2.png"/><Relationship Id="rId21" Type="http://schemas.openxmlformats.org/officeDocument/2006/relationships/hyperlink" Target="https://console-openshift-console.apps.sno2-ztp.pkar.tech/" TargetMode="External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18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20" Type="http://schemas.openxmlformats.org/officeDocument/2006/relationships/hyperlink" Target="https://console-openshift-console.apps.sno-ztp.pkar.tech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17.jpeg"/><Relationship Id="rId5" Type="http://schemas.openxmlformats.org/officeDocument/2006/relationships/image" Target="../media/image4.jpeg"/><Relationship Id="rId15" Type="http://schemas.openxmlformats.org/officeDocument/2006/relationships/image" Target="../media/image14.png"/><Relationship Id="rId23" Type="http://schemas.openxmlformats.org/officeDocument/2006/relationships/hyperlink" Target="https://mirror-registry2.pkar.tech:8443/" TargetMode="External"/><Relationship Id="rId28" Type="http://schemas.openxmlformats.org/officeDocument/2006/relationships/image" Target="../media/image21.png"/><Relationship Id="rId10" Type="http://schemas.openxmlformats.org/officeDocument/2006/relationships/image" Target="../media/image9.png"/><Relationship Id="rId19" Type="http://schemas.openxmlformats.org/officeDocument/2006/relationships/hyperlink" Target="https://console-openshift-console.apps.sno-acm.pkar.tech/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hyperlink" Target="https://mirror-registry.pkar.tech:8443/" TargetMode="External"/><Relationship Id="rId27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6.png"/><Relationship Id="rId18" Type="http://schemas.openxmlformats.org/officeDocument/2006/relationships/image" Target="../media/image25.png"/><Relationship Id="rId3" Type="http://schemas.openxmlformats.org/officeDocument/2006/relationships/image" Target="../media/image1.jpeg"/><Relationship Id="rId7" Type="http://schemas.openxmlformats.org/officeDocument/2006/relationships/image" Target="../media/image8.png"/><Relationship Id="rId12" Type="http://schemas.openxmlformats.org/officeDocument/2006/relationships/image" Target="../media/image9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12.png"/><Relationship Id="rId5" Type="http://schemas.openxmlformats.org/officeDocument/2006/relationships/image" Target="../media/image3.png"/><Relationship Id="rId15" Type="http://schemas.openxmlformats.org/officeDocument/2006/relationships/image" Target="../media/image7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24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4.jpeg"/><Relationship Id="rId18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5.png"/><Relationship Id="rId7" Type="http://schemas.openxmlformats.org/officeDocument/2006/relationships/image" Target="../media/image28.png"/><Relationship Id="rId12" Type="http://schemas.openxmlformats.org/officeDocument/2006/relationships/image" Target="../media/image3.png"/><Relationship Id="rId17" Type="http://schemas.openxmlformats.org/officeDocument/2006/relationships/image" Target="../media/image12.png"/><Relationship Id="rId2" Type="http://schemas.openxmlformats.org/officeDocument/2006/relationships/image" Target="../media/image19.jpeg"/><Relationship Id="rId16" Type="http://schemas.openxmlformats.org/officeDocument/2006/relationships/image" Target="../media/image11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.png"/><Relationship Id="rId5" Type="http://schemas.openxmlformats.org/officeDocument/2006/relationships/image" Target="../media/image27.png"/><Relationship Id="rId15" Type="http://schemas.openxmlformats.org/officeDocument/2006/relationships/image" Target="../media/image10.png"/><Relationship Id="rId10" Type="http://schemas.openxmlformats.org/officeDocument/2006/relationships/image" Target="../media/image1.jpeg"/><Relationship Id="rId19" Type="http://schemas.openxmlformats.org/officeDocument/2006/relationships/image" Target="../media/image16.png"/><Relationship Id="rId4" Type="http://schemas.openxmlformats.org/officeDocument/2006/relationships/image" Target="../media/image9.png"/><Relationship Id="rId9" Type="http://schemas.openxmlformats.org/officeDocument/2006/relationships/image" Target="../media/image13.png"/><Relationship Id="rId1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3" name="Group 1102">
            <a:extLst>
              <a:ext uri="{FF2B5EF4-FFF2-40B4-BE49-F238E27FC236}">
                <a16:creationId xmlns:a16="http://schemas.microsoft.com/office/drawing/2014/main" id="{C912B2D4-83AD-B88C-3EE6-5EDA8A393CDD}"/>
              </a:ext>
            </a:extLst>
          </p:cNvPr>
          <p:cNvGrpSpPr/>
          <p:nvPr/>
        </p:nvGrpSpPr>
        <p:grpSpPr>
          <a:xfrm>
            <a:off x="4971621" y="2709426"/>
            <a:ext cx="2138787" cy="1519665"/>
            <a:chOff x="4977976" y="4824144"/>
            <a:chExt cx="2138787" cy="1519665"/>
          </a:xfrm>
        </p:grpSpPr>
        <p:pic>
          <p:nvPicPr>
            <p:cNvPr id="1038" name="Picture 14" descr="ThinkCentre M710 Tiny | 1L Micro ...">
              <a:extLst>
                <a:ext uri="{FF2B5EF4-FFF2-40B4-BE49-F238E27FC236}">
                  <a16:creationId xmlns:a16="http://schemas.microsoft.com/office/drawing/2014/main" id="{00FD57B0-2D43-16D1-DB28-6931A6834B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7976" y="4824144"/>
              <a:ext cx="2138787" cy="15196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560C5E97-5B74-2201-166E-61CCC0C10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42571" y="5249381"/>
              <a:ext cx="430438" cy="415335"/>
            </a:xfrm>
            <a:prstGeom prst="rect">
              <a:avLst/>
            </a:prstGeom>
          </p:spPr>
        </p:pic>
        <p:pic>
          <p:nvPicPr>
            <p:cNvPr id="1025" name="Picture 1024">
              <a:extLst>
                <a:ext uri="{FF2B5EF4-FFF2-40B4-BE49-F238E27FC236}">
                  <a16:creationId xmlns:a16="http://schemas.microsoft.com/office/drawing/2014/main" id="{75281106-AB1F-388F-7C7C-125F68865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73009" y="5617617"/>
              <a:ext cx="296767" cy="263793"/>
            </a:xfrm>
            <a:prstGeom prst="rect">
              <a:avLst/>
            </a:prstGeom>
          </p:spPr>
        </p:pic>
        <p:sp>
          <p:nvSpPr>
            <p:cNvPr id="1065" name="TextBox 1064">
              <a:extLst>
                <a:ext uri="{FF2B5EF4-FFF2-40B4-BE49-F238E27FC236}">
                  <a16:creationId xmlns:a16="http://schemas.microsoft.com/office/drawing/2014/main" id="{2202DDF8-065E-6FFB-65A2-E45223574F25}"/>
                </a:ext>
              </a:extLst>
            </p:cNvPr>
            <p:cNvSpPr txBox="1"/>
            <p:nvPr/>
          </p:nvSpPr>
          <p:spPr>
            <a:xfrm>
              <a:off x="5281308" y="5881410"/>
              <a:ext cx="16293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192.168.0.160/24</a:t>
              </a:r>
            </a:p>
          </p:txBody>
        </p:sp>
      </p:grp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6AA2B67-4677-7788-E595-62CA112215FC}"/>
              </a:ext>
            </a:extLst>
          </p:cNvPr>
          <p:cNvCxnSpPr>
            <a:cxnSpLocks/>
            <a:endCxn id="61" idx="0"/>
          </p:cNvCxnSpPr>
          <p:nvPr/>
        </p:nvCxnSpPr>
        <p:spPr>
          <a:xfrm flipH="1">
            <a:off x="6051435" y="2222295"/>
            <a:ext cx="6355" cy="912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4" descr="ThinkCentre M710 Tiny | 1L Micro ...">
            <a:extLst>
              <a:ext uri="{FF2B5EF4-FFF2-40B4-BE49-F238E27FC236}">
                <a16:creationId xmlns:a16="http://schemas.microsoft.com/office/drawing/2014/main" id="{F446F749-E910-C5D9-65EA-67875191E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325" y="4084452"/>
            <a:ext cx="2138787" cy="1519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TP-Link TL-MR3420 300 Mbps 2.4GHz 3G/4G ...">
            <a:extLst>
              <a:ext uri="{FF2B5EF4-FFF2-40B4-BE49-F238E27FC236}">
                <a16:creationId xmlns:a16="http://schemas.microsoft.com/office/drawing/2014/main" id="{2ABAF024-5732-416E-59AA-50E1C8AE2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6163" y="333386"/>
            <a:ext cx="1152351" cy="886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455CF29-C4AD-7DEC-6B96-C604B9BBFC67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1110343" y="862874"/>
            <a:ext cx="4343400" cy="1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736E5A0-33A5-4FDB-5D00-00FC68D1F2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7250" y="255413"/>
            <a:ext cx="1470373" cy="980249"/>
          </a:xfrm>
          <a:prstGeom prst="rect">
            <a:avLst/>
          </a:prstGeom>
        </p:spPr>
      </p:pic>
      <p:pic>
        <p:nvPicPr>
          <p:cNvPr id="10" name="Picture 6" descr="Internet logo Images - Free Download on ...">
            <a:extLst>
              <a:ext uri="{FF2B5EF4-FFF2-40B4-BE49-F238E27FC236}">
                <a16:creationId xmlns:a16="http://schemas.microsoft.com/office/drawing/2014/main" id="{661774B9-FEC4-36B4-0A43-B7FA732A8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08" y="505857"/>
            <a:ext cx="714035" cy="714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FBA9DEB-9A6A-FD5F-E618-F48786F552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4456" y="2878363"/>
            <a:ext cx="829022" cy="1075266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2C3AD18C-4CC6-0EBB-6F60-911BBB220CE6}"/>
              </a:ext>
            </a:extLst>
          </p:cNvPr>
          <p:cNvGrpSpPr/>
          <p:nvPr/>
        </p:nvGrpSpPr>
        <p:grpSpPr>
          <a:xfrm>
            <a:off x="789679" y="2914989"/>
            <a:ext cx="816921" cy="974219"/>
            <a:chOff x="7493898" y="2521679"/>
            <a:chExt cx="720904" cy="907321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23353A7F-3EDA-8C2A-2008-68E3D4E39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93898" y="2612163"/>
              <a:ext cx="676443" cy="816837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701E1F9-7C10-16F9-5914-0FFDD88A0C33}"/>
                </a:ext>
              </a:extLst>
            </p:cNvPr>
            <p:cNvSpPr txBox="1"/>
            <p:nvPr/>
          </p:nvSpPr>
          <p:spPr>
            <a:xfrm>
              <a:off x="7538360" y="2521679"/>
              <a:ext cx="67644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/>
                <a:t>SNO2-ZTP</a:t>
              </a:r>
            </a:p>
          </p:txBody>
        </p: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F5DED95-C7C4-0752-8646-808124285CF6}"/>
              </a:ext>
            </a:extLst>
          </p:cNvPr>
          <p:cNvCxnSpPr>
            <a:cxnSpLocks/>
          </p:cNvCxnSpPr>
          <p:nvPr/>
        </p:nvCxnSpPr>
        <p:spPr>
          <a:xfrm>
            <a:off x="3674987" y="2220686"/>
            <a:ext cx="443569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A9851820-163A-17B1-B760-01D5FB6D1FBC}"/>
              </a:ext>
            </a:extLst>
          </p:cNvPr>
          <p:cNvCxnSpPr>
            <a:cxnSpLocks/>
          </p:cNvCxnSpPr>
          <p:nvPr/>
        </p:nvCxnSpPr>
        <p:spPr>
          <a:xfrm rot="5400000">
            <a:off x="1967751" y="3146922"/>
            <a:ext cx="2632875" cy="7841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>
            <a:extLst>
              <a:ext uri="{FF2B5EF4-FFF2-40B4-BE49-F238E27FC236}">
                <a16:creationId xmlns:a16="http://schemas.microsoft.com/office/drawing/2014/main" id="{CD7C751E-679C-8CE4-B50A-B607C101E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878" y="4509690"/>
            <a:ext cx="430438" cy="415335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7EF02718-F9DD-7932-6C7B-18FF6CBB3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9604" y="4844283"/>
            <a:ext cx="296767" cy="263793"/>
          </a:xfrm>
          <a:prstGeom prst="rect">
            <a:avLst/>
          </a:prstGeom>
        </p:spPr>
      </p:pic>
      <p:pic>
        <p:nvPicPr>
          <p:cNvPr id="1039" name="Picture 14" descr="ThinkCentre M710 Tiny | 1L Micro ...">
            <a:extLst>
              <a:ext uri="{FF2B5EF4-FFF2-40B4-BE49-F238E27FC236}">
                <a16:creationId xmlns:a16="http://schemas.microsoft.com/office/drawing/2014/main" id="{AB35F14F-A580-CBC5-0A5A-7A31359DD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3047" y="4097456"/>
            <a:ext cx="2138787" cy="1519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1040">
            <a:extLst>
              <a:ext uri="{FF2B5EF4-FFF2-40B4-BE49-F238E27FC236}">
                <a16:creationId xmlns:a16="http://schemas.microsoft.com/office/drawing/2014/main" id="{84B099EF-4BA8-CD95-6D04-7FF504EA8A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4178" y="2891367"/>
            <a:ext cx="829022" cy="1075266"/>
          </a:xfrm>
          <a:prstGeom prst="rect">
            <a:avLst/>
          </a:prstGeom>
        </p:spPr>
      </p:pic>
      <p:grpSp>
        <p:nvGrpSpPr>
          <p:cNvPr id="1043" name="Group 1042">
            <a:extLst>
              <a:ext uri="{FF2B5EF4-FFF2-40B4-BE49-F238E27FC236}">
                <a16:creationId xmlns:a16="http://schemas.microsoft.com/office/drawing/2014/main" id="{DB75E79B-B5F2-C9AC-E784-F921AE83E6BD}"/>
              </a:ext>
            </a:extLst>
          </p:cNvPr>
          <p:cNvGrpSpPr/>
          <p:nvPr/>
        </p:nvGrpSpPr>
        <p:grpSpPr>
          <a:xfrm>
            <a:off x="9329401" y="2927993"/>
            <a:ext cx="816921" cy="974219"/>
            <a:chOff x="7493898" y="2521679"/>
            <a:chExt cx="720904" cy="907321"/>
          </a:xfrm>
        </p:grpSpPr>
        <p:pic>
          <p:nvPicPr>
            <p:cNvPr id="1045" name="Picture 1044">
              <a:extLst>
                <a:ext uri="{FF2B5EF4-FFF2-40B4-BE49-F238E27FC236}">
                  <a16:creationId xmlns:a16="http://schemas.microsoft.com/office/drawing/2014/main" id="{77DB0880-1DA5-61A8-DAB1-92DBF3A85DB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93898" y="2612163"/>
              <a:ext cx="676443" cy="816837"/>
            </a:xfrm>
            <a:prstGeom prst="rect">
              <a:avLst/>
            </a:prstGeom>
          </p:spPr>
        </p:pic>
        <p:sp>
          <p:nvSpPr>
            <p:cNvPr id="1047" name="TextBox 1046">
              <a:extLst>
                <a:ext uri="{FF2B5EF4-FFF2-40B4-BE49-F238E27FC236}">
                  <a16:creationId xmlns:a16="http://schemas.microsoft.com/office/drawing/2014/main" id="{5F8B203D-E2E9-FE7B-A94E-6944F0A89A9F}"/>
                </a:ext>
              </a:extLst>
            </p:cNvPr>
            <p:cNvSpPr txBox="1"/>
            <p:nvPr/>
          </p:nvSpPr>
          <p:spPr>
            <a:xfrm>
              <a:off x="7538360" y="2521679"/>
              <a:ext cx="676442" cy="2149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/>
                <a:t>SNO-ZTP</a:t>
              </a:r>
            </a:p>
          </p:txBody>
        </p:sp>
      </p:grpSp>
      <p:pic>
        <p:nvPicPr>
          <p:cNvPr id="1049" name="Picture 1048">
            <a:extLst>
              <a:ext uri="{FF2B5EF4-FFF2-40B4-BE49-F238E27FC236}">
                <a16:creationId xmlns:a16="http://schemas.microsoft.com/office/drawing/2014/main" id="{C3F00CF3-C6B6-CFB9-5D63-73D43F371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5600" y="4522694"/>
            <a:ext cx="430438" cy="415335"/>
          </a:xfrm>
          <a:prstGeom prst="rect">
            <a:avLst/>
          </a:prstGeom>
        </p:spPr>
      </p:pic>
      <p:pic>
        <p:nvPicPr>
          <p:cNvPr id="1051" name="Picture 1050">
            <a:extLst>
              <a:ext uri="{FF2B5EF4-FFF2-40B4-BE49-F238E27FC236}">
                <a16:creationId xmlns:a16="http://schemas.microsoft.com/office/drawing/2014/main" id="{BC238513-7DA6-E6B5-3C83-49AF6561A1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9326" y="4857287"/>
            <a:ext cx="296767" cy="263793"/>
          </a:xfrm>
          <a:prstGeom prst="rect">
            <a:avLst/>
          </a:prstGeom>
        </p:spPr>
      </p:pic>
      <p:cxnSp>
        <p:nvCxnSpPr>
          <p:cNvPr id="1053" name="Straight Arrow Connector 1052">
            <a:extLst>
              <a:ext uri="{FF2B5EF4-FFF2-40B4-BE49-F238E27FC236}">
                <a16:creationId xmlns:a16="http://schemas.microsoft.com/office/drawing/2014/main" id="{F8C0C040-7056-6CC2-24F6-4912389FEF1B}"/>
              </a:ext>
            </a:extLst>
          </p:cNvPr>
          <p:cNvCxnSpPr>
            <a:stCxn id="38" idx="2"/>
          </p:cNvCxnSpPr>
          <p:nvPr/>
        </p:nvCxnSpPr>
        <p:spPr>
          <a:xfrm>
            <a:off x="1172948" y="3889208"/>
            <a:ext cx="634080" cy="620482"/>
          </a:xfrm>
          <a:prstGeom prst="straightConnector1">
            <a:avLst/>
          </a:prstGeom>
          <a:ln>
            <a:solidFill>
              <a:schemeClr val="accent1"/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Arrow Connector 1053">
            <a:extLst>
              <a:ext uri="{FF2B5EF4-FFF2-40B4-BE49-F238E27FC236}">
                <a16:creationId xmlns:a16="http://schemas.microsoft.com/office/drawing/2014/main" id="{C7880381-68D8-18C6-554D-7B37512319A8}"/>
              </a:ext>
            </a:extLst>
          </p:cNvPr>
          <p:cNvCxnSpPr>
            <a:cxnSpLocks/>
          </p:cNvCxnSpPr>
          <p:nvPr/>
        </p:nvCxnSpPr>
        <p:spPr>
          <a:xfrm flipH="1">
            <a:off x="1840165" y="3878322"/>
            <a:ext cx="541848" cy="64683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8" name="Connector: Elbow 1057">
            <a:extLst>
              <a:ext uri="{FF2B5EF4-FFF2-40B4-BE49-F238E27FC236}">
                <a16:creationId xmlns:a16="http://schemas.microsoft.com/office/drawing/2014/main" id="{A0DDC6CB-85B4-6877-4871-4DCF6F8022F5}"/>
              </a:ext>
            </a:extLst>
          </p:cNvPr>
          <p:cNvCxnSpPr>
            <a:endCxn id="1039" idx="1"/>
          </p:cNvCxnSpPr>
          <p:nvPr/>
        </p:nvCxnSpPr>
        <p:spPr>
          <a:xfrm rot="16200000" flipH="1">
            <a:off x="7383562" y="2947803"/>
            <a:ext cx="2636603" cy="118236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9" name="Straight Arrow Connector 1058">
            <a:extLst>
              <a:ext uri="{FF2B5EF4-FFF2-40B4-BE49-F238E27FC236}">
                <a16:creationId xmlns:a16="http://schemas.microsoft.com/office/drawing/2014/main" id="{5E4D237F-1AFC-1E28-5978-C225CB105633}"/>
              </a:ext>
            </a:extLst>
          </p:cNvPr>
          <p:cNvCxnSpPr/>
          <p:nvPr/>
        </p:nvCxnSpPr>
        <p:spPr>
          <a:xfrm>
            <a:off x="9699009" y="3889208"/>
            <a:ext cx="634080" cy="620482"/>
          </a:xfrm>
          <a:prstGeom prst="straightConnector1">
            <a:avLst/>
          </a:prstGeom>
          <a:ln>
            <a:solidFill>
              <a:schemeClr val="accent1"/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0" name="Straight Arrow Connector 1059">
            <a:extLst>
              <a:ext uri="{FF2B5EF4-FFF2-40B4-BE49-F238E27FC236}">
                <a16:creationId xmlns:a16="http://schemas.microsoft.com/office/drawing/2014/main" id="{A4BB6C8D-F9E4-A5A4-9A81-AE967E7E3C74}"/>
              </a:ext>
            </a:extLst>
          </p:cNvPr>
          <p:cNvCxnSpPr>
            <a:cxnSpLocks/>
          </p:cNvCxnSpPr>
          <p:nvPr/>
        </p:nvCxnSpPr>
        <p:spPr>
          <a:xfrm flipH="1">
            <a:off x="10366226" y="3878322"/>
            <a:ext cx="541848" cy="646839"/>
          </a:xfrm>
          <a:prstGeom prst="straightConnector1">
            <a:avLst/>
          </a:prstGeom>
          <a:ln>
            <a:solidFill>
              <a:schemeClr val="accent1"/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1" name="TextBox 1060">
            <a:extLst>
              <a:ext uri="{FF2B5EF4-FFF2-40B4-BE49-F238E27FC236}">
                <a16:creationId xmlns:a16="http://schemas.microsoft.com/office/drawing/2014/main" id="{FD488C1A-D6F9-1718-EBEB-645A1ECE624E}"/>
              </a:ext>
            </a:extLst>
          </p:cNvPr>
          <p:cNvSpPr txBox="1"/>
          <p:nvPr/>
        </p:nvSpPr>
        <p:spPr>
          <a:xfrm>
            <a:off x="2528967" y="1095922"/>
            <a:ext cx="1410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192.168.1.0/24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2DEC3094-3C8D-CC30-20DD-FE24B45A6F48}"/>
              </a:ext>
            </a:extLst>
          </p:cNvPr>
          <p:cNvSpPr txBox="1"/>
          <p:nvPr/>
        </p:nvSpPr>
        <p:spPr>
          <a:xfrm>
            <a:off x="5402250" y="1139164"/>
            <a:ext cx="1410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192.168.0.0/24</a:t>
            </a:r>
          </a:p>
        </p:txBody>
      </p:sp>
      <p:cxnSp>
        <p:nvCxnSpPr>
          <p:cNvPr id="1064" name="Straight Arrow Connector 1063">
            <a:extLst>
              <a:ext uri="{FF2B5EF4-FFF2-40B4-BE49-F238E27FC236}">
                <a16:creationId xmlns:a16="http://schemas.microsoft.com/office/drawing/2014/main" id="{07CEECFC-359D-1398-97EA-B9788379A989}"/>
              </a:ext>
            </a:extLst>
          </p:cNvPr>
          <p:cNvCxnSpPr>
            <a:cxnSpLocks/>
          </p:cNvCxnSpPr>
          <p:nvPr/>
        </p:nvCxnSpPr>
        <p:spPr>
          <a:xfrm>
            <a:off x="6057790" y="1437665"/>
            <a:ext cx="0" cy="77374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6" name="TextBox 1065">
            <a:extLst>
              <a:ext uri="{FF2B5EF4-FFF2-40B4-BE49-F238E27FC236}">
                <a16:creationId xmlns:a16="http://schemas.microsoft.com/office/drawing/2014/main" id="{118AE256-9A58-8B6F-135D-099C2DCF412F}"/>
              </a:ext>
            </a:extLst>
          </p:cNvPr>
          <p:cNvSpPr txBox="1"/>
          <p:nvPr/>
        </p:nvSpPr>
        <p:spPr>
          <a:xfrm>
            <a:off x="9646030" y="5157163"/>
            <a:ext cx="1629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192.168.0.161/24</a:t>
            </a: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1B2851B9-46FF-BDFD-6BAA-595FA4F252E6}"/>
              </a:ext>
            </a:extLst>
          </p:cNvPr>
          <p:cNvSpPr txBox="1"/>
          <p:nvPr/>
        </p:nvSpPr>
        <p:spPr>
          <a:xfrm>
            <a:off x="1036405" y="5131103"/>
            <a:ext cx="1629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192.168.0.159/24</a:t>
            </a:r>
          </a:p>
        </p:txBody>
      </p:sp>
      <p:pic>
        <p:nvPicPr>
          <p:cNvPr id="1074" name="Picture 8" descr="Internet - Free signs icons">
            <a:extLst>
              <a:ext uri="{FF2B5EF4-FFF2-40B4-BE49-F238E27FC236}">
                <a16:creationId xmlns:a16="http://schemas.microsoft.com/office/drawing/2014/main" id="{988EF686-FC30-4A28-EEC9-3310BB0C4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1386284" y="4095286"/>
            <a:ext cx="249968" cy="249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5" name="Picture 8" descr="Internet - Free signs icons">
            <a:extLst>
              <a:ext uri="{FF2B5EF4-FFF2-40B4-BE49-F238E27FC236}">
                <a16:creationId xmlns:a16="http://schemas.microsoft.com/office/drawing/2014/main" id="{3D7EC693-E948-0008-38A1-D8DF9A0C3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9912412" y="4092595"/>
            <a:ext cx="249968" cy="249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6" name="TextBox 1075">
            <a:extLst>
              <a:ext uri="{FF2B5EF4-FFF2-40B4-BE49-F238E27FC236}">
                <a16:creationId xmlns:a16="http://schemas.microsoft.com/office/drawing/2014/main" id="{581F9C97-6E72-5BF9-6417-F38A20295326}"/>
              </a:ext>
            </a:extLst>
          </p:cNvPr>
          <p:cNvSpPr txBox="1"/>
          <p:nvPr/>
        </p:nvSpPr>
        <p:spPr>
          <a:xfrm rot="5400000">
            <a:off x="8740934" y="3439659"/>
            <a:ext cx="12445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192.168.0.110/24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BD583DA4-C425-221A-E429-60A704CCC2A1}"/>
              </a:ext>
            </a:extLst>
          </p:cNvPr>
          <p:cNvSpPr txBox="1"/>
          <p:nvPr/>
        </p:nvSpPr>
        <p:spPr>
          <a:xfrm rot="5400000">
            <a:off x="227388" y="3579074"/>
            <a:ext cx="12445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192.168.0.111</a:t>
            </a:r>
          </a:p>
        </p:txBody>
      </p:sp>
      <p:grpSp>
        <p:nvGrpSpPr>
          <p:cNvPr id="1100" name="Group 1099">
            <a:extLst>
              <a:ext uri="{FF2B5EF4-FFF2-40B4-BE49-F238E27FC236}">
                <a16:creationId xmlns:a16="http://schemas.microsoft.com/office/drawing/2014/main" id="{7EFAA964-702E-C3D9-C028-585803CA4F83}"/>
              </a:ext>
            </a:extLst>
          </p:cNvPr>
          <p:cNvGrpSpPr/>
          <p:nvPr/>
        </p:nvGrpSpPr>
        <p:grpSpPr>
          <a:xfrm>
            <a:off x="93950" y="5131103"/>
            <a:ext cx="2883718" cy="1717455"/>
            <a:chOff x="452632" y="5131103"/>
            <a:chExt cx="2883718" cy="171745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9A005E8-C0ED-CBE5-C928-E7BE82EFA3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501118" y="6062690"/>
              <a:ext cx="525109" cy="562617"/>
            </a:xfrm>
            <a:prstGeom prst="rect">
              <a:avLst/>
            </a:prstGeom>
          </p:spPr>
        </p:pic>
        <p:pic>
          <p:nvPicPr>
            <p:cNvPr id="1026" name="Picture 2" descr="DNS server RGB color icon stock vector ...">
              <a:extLst>
                <a:ext uri="{FF2B5EF4-FFF2-40B4-BE49-F238E27FC236}">
                  <a16:creationId xmlns:a16="http://schemas.microsoft.com/office/drawing/2014/main" id="{AB0FA753-B936-7EB3-934D-5A67FE7E9C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632" y="5981461"/>
              <a:ext cx="867097" cy="8670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D93B5DD-EDE1-9FF7-42A4-D8E352DF1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213951" y="6093970"/>
              <a:ext cx="510474" cy="469960"/>
            </a:xfrm>
            <a:prstGeom prst="rect">
              <a:avLst/>
            </a:prstGeom>
          </p:spPr>
        </p:pic>
        <p:cxnSp>
          <p:nvCxnSpPr>
            <p:cNvPr id="1079" name="Straight Connector 1078">
              <a:extLst>
                <a:ext uri="{FF2B5EF4-FFF2-40B4-BE49-F238E27FC236}">
                  <a16:creationId xmlns:a16="http://schemas.microsoft.com/office/drawing/2014/main" id="{FCE64B20-7FB8-7E53-9F67-98B84FE400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166" y="5691725"/>
              <a:ext cx="2457184" cy="2125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5" name="Straight Arrow Connector 1084">
              <a:extLst>
                <a:ext uri="{FF2B5EF4-FFF2-40B4-BE49-F238E27FC236}">
                  <a16:creationId xmlns:a16="http://schemas.microsoft.com/office/drawing/2014/main" id="{9AF6725C-C9E1-FB33-E084-2BBF92CE74A7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1456878" y="5712977"/>
              <a:ext cx="12310" cy="3809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7" name="Straight Arrow Connector 1086">
              <a:extLst>
                <a:ext uri="{FF2B5EF4-FFF2-40B4-BE49-F238E27FC236}">
                  <a16:creationId xmlns:a16="http://schemas.microsoft.com/office/drawing/2014/main" id="{1EAE6317-5498-2EF7-3034-F252F7084DEC}"/>
                </a:ext>
              </a:extLst>
            </p:cNvPr>
            <p:cNvCxnSpPr>
              <a:cxnSpLocks/>
            </p:cNvCxnSpPr>
            <p:nvPr/>
          </p:nvCxnSpPr>
          <p:spPr>
            <a:xfrm>
              <a:off x="2132312" y="5690549"/>
              <a:ext cx="12310" cy="3809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8" name="Straight Arrow Connector 1087">
              <a:extLst>
                <a:ext uri="{FF2B5EF4-FFF2-40B4-BE49-F238E27FC236}">
                  <a16:creationId xmlns:a16="http://schemas.microsoft.com/office/drawing/2014/main" id="{FFADC23E-8912-7A9C-955D-8E8525787D3F}"/>
                </a:ext>
              </a:extLst>
            </p:cNvPr>
            <p:cNvCxnSpPr>
              <a:cxnSpLocks/>
            </p:cNvCxnSpPr>
            <p:nvPr/>
          </p:nvCxnSpPr>
          <p:spPr>
            <a:xfrm>
              <a:off x="887065" y="5712977"/>
              <a:ext cx="12310" cy="3809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9" name="Straight Arrow Connector 1088">
              <a:extLst>
                <a:ext uri="{FF2B5EF4-FFF2-40B4-BE49-F238E27FC236}">
                  <a16:creationId xmlns:a16="http://schemas.microsoft.com/office/drawing/2014/main" id="{A411511A-DA25-DB1C-6579-43E752AE7467}"/>
                </a:ext>
              </a:extLst>
            </p:cNvPr>
            <p:cNvCxnSpPr>
              <a:cxnSpLocks/>
            </p:cNvCxnSpPr>
            <p:nvPr/>
          </p:nvCxnSpPr>
          <p:spPr>
            <a:xfrm>
              <a:off x="2738913" y="5702906"/>
              <a:ext cx="12310" cy="3809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6" name="Straight Arrow Connector 1095">
              <a:extLst>
                <a:ext uri="{FF2B5EF4-FFF2-40B4-BE49-F238E27FC236}">
                  <a16:creationId xmlns:a16="http://schemas.microsoft.com/office/drawing/2014/main" id="{332D2E4B-54A9-0999-D05D-FD9CAD9E02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23244" y="5131103"/>
              <a:ext cx="16405" cy="55944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01" name="Picture 6" descr="Internet logo Images - Free Download on ...">
            <a:extLst>
              <a:ext uri="{FF2B5EF4-FFF2-40B4-BE49-F238E27FC236}">
                <a16:creationId xmlns:a16="http://schemas.microsoft.com/office/drawing/2014/main" id="{6F123AEF-6460-333D-B16C-FF1DBEA4F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8148" y="4120023"/>
            <a:ext cx="269762" cy="269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2" name="Picture 6" descr="Internet logo Images - Free Download on ...">
            <a:extLst>
              <a:ext uri="{FF2B5EF4-FFF2-40B4-BE49-F238E27FC236}">
                <a16:creationId xmlns:a16="http://schemas.microsoft.com/office/drawing/2014/main" id="{D682EDA4-C0B7-9E1A-B95F-CF10DED34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4764" y="4338544"/>
            <a:ext cx="269762" cy="269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6" name="Picture 6" descr="Internet logo Images - Free Download on ...">
            <a:extLst>
              <a:ext uri="{FF2B5EF4-FFF2-40B4-BE49-F238E27FC236}">
                <a16:creationId xmlns:a16="http://schemas.microsoft.com/office/drawing/2014/main" id="{6539F2AD-69FC-E574-8C38-575D3B36D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2909" y="2118850"/>
            <a:ext cx="269762" cy="269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10" name="Straight Arrow Connector 1109">
            <a:extLst>
              <a:ext uri="{FF2B5EF4-FFF2-40B4-BE49-F238E27FC236}">
                <a16:creationId xmlns:a16="http://schemas.microsoft.com/office/drawing/2014/main" id="{4CCBDB1F-0039-60EB-F37E-6C69D3C13D78}"/>
              </a:ext>
            </a:extLst>
          </p:cNvPr>
          <p:cNvCxnSpPr>
            <a:cxnSpLocks/>
            <a:stCxn id="1065" idx="2"/>
          </p:cNvCxnSpPr>
          <p:nvPr/>
        </p:nvCxnSpPr>
        <p:spPr>
          <a:xfrm>
            <a:off x="6089645" y="4074469"/>
            <a:ext cx="15608" cy="1174254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5" name="TextBox 1114">
            <a:extLst>
              <a:ext uri="{FF2B5EF4-FFF2-40B4-BE49-F238E27FC236}">
                <a16:creationId xmlns:a16="http://schemas.microsoft.com/office/drawing/2014/main" id="{6894113E-E844-A5CF-848F-33D7754F40CA}"/>
              </a:ext>
            </a:extLst>
          </p:cNvPr>
          <p:cNvSpPr txBox="1"/>
          <p:nvPr/>
        </p:nvSpPr>
        <p:spPr>
          <a:xfrm rot="5400000">
            <a:off x="1667605" y="3431717"/>
            <a:ext cx="8754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192.168.0.150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823FDE9E-CD85-B716-AAAD-24B949900182}"/>
              </a:ext>
            </a:extLst>
          </p:cNvPr>
          <p:cNvSpPr txBox="1"/>
          <p:nvPr/>
        </p:nvSpPr>
        <p:spPr>
          <a:xfrm rot="5400000">
            <a:off x="10229511" y="3387483"/>
            <a:ext cx="8754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192.168.0.149</a:t>
            </a:r>
          </a:p>
        </p:txBody>
      </p:sp>
      <p:pic>
        <p:nvPicPr>
          <p:cNvPr id="1117" name="Picture 6" descr="Internet logo Images - Free Download on ...">
            <a:extLst>
              <a:ext uri="{FF2B5EF4-FFF2-40B4-BE49-F238E27FC236}">
                <a16:creationId xmlns:a16="http://schemas.microsoft.com/office/drawing/2014/main" id="{2AA5D166-75C7-669B-3A68-3EF0673F9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5359" y="4094153"/>
            <a:ext cx="269762" cy="269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9" name="Picture 32" descr="Web server icon. colored outline icon ...">
            <a:extLst>
              <a:ext uri="{FF2B5EF4-FFF2-40B4-BE49-F238E27FC236}">
                <a16:creationId xmlns:a16="http://schemas.microsoft.com/office/drawing/2014/main" id="{15A4000B-9452-0ECB-A590-DFD1F6E6A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754" y="6092498"/>
            <a:ext cx="776909" cy="516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" name="Picture 1125">
            <a:extLst>
              <a:ext uri="{FF2B5EF4-FFF2-40B4-BE49-F238E27FC236}">
                <a16:creationId xmlns:a16="http://schemas.microsoft.com/office/drawing/2014/main" id="{5E4E2EE7-97E1-A500-9891-F06F144E1CA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01485" y="3647778"/>
            <a:ext cx="303889" cy="292838"/>
          </a:xfrm>
          <a:prstGeom prst="rect">
            <a:avLst/>
          </a:prstGeom>
        </p:spPr>
      </p:pic>
      <p:pic>
        <p:nvPicPr>
          <p:cNvPr id="1127" name="Picture 1126">
            <a:extLst>
              <a:ext uri="{FF2B5EF4-FFF2-40B4-BE49-F238E27FC236}">
                <a16:creationId xmlns:a16="http://schemas.microsoft.com/office/drawing/2014/main" id="{CB47CD58-F564-DD44-4381-06C8AA8F6AB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044081" y="3706996"/>
            <a:ext cx="303889" cy="292838"/>
          </a:xfrm>
          <a:prstGeom prst="rect">
            <a:avLst/>
          </a:prstGeom>
        </p:spPr>
      </p:pic>
      <p:sp>
        <p:nvSpPr>
          <p:cNvPr id="1128" name="TextBox 1127">
            <a:extLst>
              <a:ext uri="{FF2B5EF4-FFF2-40B4-BE49-F238E27FC236}">
                <a16:creationId xmlns:a16="http://schemas.microsoft.com/office/drawing/2014/main" id="{A52253AE-90DD-8CF3-54AD-568D8F1412AC}"/>
              </a:ext>
            </a:extLst>
          </p:cNvPr>
          <p:cNvSpPr txBox="1"/>
          <p:nvPr/>
        </p:nvSpPr>
        <p:spPr>
          <a:xfrm>
            <a:off x="1449554" y="6488222"/>
            <a:ext cx="8744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Web Server</a:t>
            </a:r>
          </a:p>
        </p:txBody>
      </p:sp>
      <p:pic>
        <p:nvPicPr>
          <p:cNvPr id="1131" name="Picture 34" descr="Wifi - Free computer icons">
            <a:extLst>
              <a:ext uri="{FF2B5EF4-FFF2-40B4-BE49-F238E27FC236}">
                <a16:creationId xmlns:a16="http://schemas.microsoft.com/office/drawing/2014/main" id="{39A02CB3-8BE3-3D3A-A406-AF049E1DB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447861" y="354798"/>
            <a:ext cx="259774" cy="259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33" name="Straight Arrow Connector 1132">
            <a:extLst>
              <a:ext uri="{FF2B5EF4-FFF2-40B4-BE49-F238E27FC236}">
                <a16:creationId xmlns:a16="http://schemas.microsoft.com/office/drawing/2014/main" id="{F084104F-2E47-1580-CBE9-D9403D05F57F}"/>
              </a:ext>
            </a:extLst>
          </p:cNvPr>
          <p:cNvCxnSpPr>
            <a:cxnSpLocks/>
          </p:cNvCxnSpPr>
          <p:nvPr/>
        </p:nvCxnSpPr>
        <p:spPr>
          <a:xfrm>
            <a:off x="6715082" y="497874"/>
            <a:ext cx="3023154" cy="79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36" name="Picture 36" descr="Makisu, Computer User, system ...">
            <a:extLst>
              <a:ext uri="{FF2B5EF4-FFF2-40B4-BE49-F238E27FC236}">
                <a16:creationId xmlns:a16="http://schemas.microsoft.com/office/drawing/2014/main" id="{32F23185-64ED-767A-1977-4C959B36A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778342" y="308349"/>
            <a:ext cx="447393" cy="447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38" name="TextBox 1137">
            <a:extLst>
              <a:ext uri="{FF2B5EF4-FFF2-40B4-BE49-F238E27FC236}">
                <a16:creationId xmlns:a16="http://schemas.microsoft.com/office/drawing/2014/main" id="{44247F23-EAD7-A116-04E3-318F097DD0B7}"/>
              </a:ext>
            </a:extLst>
          </p:cNvPr>
          <p:cNvSpPr txBox="1"/>
          <p:nvPr/>
        </p:nvSpPr>
        <p:spPr>
          <a:xfrm rot="16200000">
            <a:off x="-194748" y="6082573"/>
            <a:ext cx="8670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pkar.tech</a:t>
            </a:r>
          </a:p>
        </p:txBody>
      </p:sp>
      <p:sp>
        <p:nvSpPr>
          <p:cNvPr id="1139" name="TextBox 1138">
            <a:extLst>
              <a:ext uri="{FF2B5EF4-FFF2-40B4-BE49-F238E27FC236}">
                <a16:creationId xmlns:a16="http://schemas.microsoft.com/office/drawing/2014/main" id="{F1EA4672-7062-11C0-4382-37F61A7C2C7F}"/>
              </a:ext>
            </a:extLst>
          </p:cNvPr>
          <p:cNvSpPr txBox="1"/>
          <p:nvPr/>
        </p:nvSpPr>
        <p:spPr>
          <a:xfrm>
            <a:off x="7836186" y="5617557"/>
            <a:ext cx="42979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GITHUB</a:t>
            </a:r>
            <a:r>
              <a:rPr lang="en-US" sz="1100" dirty="0"/>
              <a:t>: </a:t>
            </a:r>
            <a:r>
              <a:rPr lang="en-US" sz="1100" dirty="0">
                <a:hlinkClick r:id="rId18"/>
              </a:rPr>
              <a:t>http://192.168.0.159:3000/cloudcafe/homelab</a:t>
            </a:r>
            <a:r>
              <a:rPr lang="en-US" sz="1100" dirty="0"/>
              <a:t> </a:t>
            </a:r>
          </a:p>
          <a:p>
            <a:r>
              <a:rPr lang="en-US" sz="1100" b="1" dirty="0"/>
              <a:t>SNO-ACM</a:t>
            </a:r>
            <a:r>
              <a:rPr lang="en-US" sz="1100" dirty="0"/>
              <a:t>: </a:t>
            </a:r>
            <a:r>
              <a:rPr lang="en-US" sz="1100" dirty="0">
                <a:hlinkClick r:id="rId19"/>
              </a:rPr>
              <a:t>https://console-openshift-console.apps.sno-acm.pkar.tech</a:t>
            </a:r>
            <a:endParaRPr lang="en-US" sz="1100" dirty="0"/>
          </a:p>
          <a:p>
            <a:r>
              <a:rPr lang="en-US" sz="1100" b="1" dirty="0"/>
              <a:t>SNO-ZTP</a:t>
            </a:r>
            <a:r>
              <a:rPr lang="en-US" sz="1100" dirty="0"/>
              <a:t>: </a:t>
            </a:r>
            <a:r>
              <a:rPr lang="en-US" sz="1100" dirty="0">
                <a:hlinkClick r:id="rId20"/>
              </a:rPr>
              <a:t>https://console-openshift-console.apps.sno-ztp.pkar.tech</a:t>
            </a:r>
            <a:r>
              <a:rPr lang="en-US" sz="1100" dirty="0"/>
              <a:t> </a:t>
            </a:r>
          </a:p>
          <a:p>
            <a:r>
              <a:rPr lang="en-US" sz="1100" b="1" dirty="0"/>
              <a:t>SNO2-ACM</a:t>
            </a:r>
            <a:r>
              <a:rPr lang="en-US" sz="1100" dirty="0"/>
              <a:t>: </a:t>
            </a:r>
            <a:r>
              <a:rPr lang="en-US" sz="1100" dirty="0">
                <a:hlinkClick r:id="rId21"/>
              </a:rPr>
              <a:t>https://console-openshift-console.apps.sno2-ztp.pkar.tech</a:t>
            </a:r>
            <a:r>
              <a:rPr lang="en-US" sz="1100" dirty="0"/>
              <a:t> </a:t>
            </a:r>
          </a:p>
          <a:p>
            <a:r>
              <a:rPr lang="en-US" sz="1100" b="1" dirty="0"/>
              <a:t>MR</a:t>
            </a:r>
            <a:r>
              <a:rPr lang="en-US" sz="1100" dirty="0"/>
              <a:t>: </a:t>
            </a:r>
            <a:r>
              <a:rPr lang="en-US" sz="1100" dirty="0">
                <a:hlinkClick r:id="rId22"/>
              </a:rPr>
              <a:t>https://mirror-registry.pkar.tech:8443</a:t>
            </a:r>
            <a:endParaRPr lang="en-US" sz="1100" dirty="0"/>
          </a:p>
          <a:p>
            <a:r>
              <a:rPr lang="en-US" sz="1100" b="1" dirty="0"/>
              <a:t>MR2</a:t>
            </a:r>
            <a:r>
              <a:rPr lang="en-US" sz="1100" dirty="0"/>
              <a:t>: </a:t>
            </a:r>
            <a:r>
              <a:rPr lang="en-US" sz="1100" dirty="0">
                <a:hlinkClick r:id="rId23"/>
              </a:rPr>
              <a:t>https://mirror-registry2.pkar.tech:8443</a:t>
            </a:r>
            <a:r>
              <a:rPr lang="en-US" sz="1100" dirty="0"/>
              <a:t> </a:t>
            </a:r>
          </a:p>
        </p:txBody>
      </p:sp>
      <p:sp>
        <p:nvSpPr>
          <p:cNvPr id="1140" name="TextBox 1139">
            <a:extLst>
              <a:ext uri="{FF2B5EF4-FFF2-40B4-BE49-F238E27FC236}">
                <a16:creationId xmlns:a16="http://schemas.microsoft.com/office/drawing/2014/main" id="{3F4969FA-B56A-0E06-FDA5-2E2E1E32A269}"/>
              </a:ext>
            </a:extLst>
          </p:cNvPr>
          <p:cNvSpPr txBox="1"/>
          <p:nvPr/>
        </p:nvSpPr>
        <p:spPr>
          <a:xfrm>
            <a:off x="10796327" y="2609651"/>
            <a:ext cx="76574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Mirror</a:t>
            </a:r>
          </a:p>
          <a:p>
            <a:pPr algn="ctr"/>
            <a:r>
              <a:rPr lang="en-US" sz="1050" b="1" dirty="0"/>
              <a:t>Registry2</a:t>
            </a:r>
          </a:p>
        </p:txBody>
      </p:sp>
      <p:sp>
        <p:nvSpPr>
          <p:cNvPr id="1141" name="TextBox 1140">
            <a:extLst>
              <a:ext uri="{FF2B5EF4-FFF2-40B4-BE49-F238E27FC236}">
                <a16:creationId xmlns:a16="http://schemas.microsoft.com/office/drawing/2014/main" id="{29AF3811-28B0-BDD5-4D57-D6D8875AD6ED}"/>
              </a:ext>
            </a:extLst>
          </p:cNvPr>
          <p:cNvSpPr txBox="1"/>
          <p:nvPr/>
        </p:nvSpPr>
        <p:spPr>
          <a:xfrm>
            <a:off x="2229560" y="2576153"/>
            <a:ext cx="76574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Mirror</a:t>
            </a:r>
          </a:p>
          <a:p>
            <a:pPr algn="ctr"/>
            <a:r>
              <a:rPr lang="en-US" sz="1050" b="1" dirty="0"/>
              <a:t>Registry</a:t>
            </a:r>
          </a:p>
        </p:txBody>
      </p:sp>
      <p:sp>
        <p:nvSpPr>
          <p:cNvPr id="1142" name="Left Brace 1141">
            <a:extLst>
              <a:ext uri="{FF2B5EF4-FFF2-40B4-BE49-F238E27FC236}">
                <a16:creationId xmlns:a16="http://schemas.microsoft.com/office/drawing/2014/main" id="{4EDB1BB5-BD99-5631-A7B1-17E71AAD159A}"/>
              </a:ext>
            </a:extLst>
          </p:cNvPr>
          <p:cNvSpPr/>
          <p:nvPr/>
        </p:nvSpPr>
        <p:spPr>
          <a:xfrm>
            <a:off x="7511143" y="5865307"/>
            <a:ext cx="325043" cy="77204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4" name="Connector: Elbow 1143">
            <a:extLst>
              <a:ext uri="{FF2B5EF4-FFF2-40B4-BE49-F238E27FC236}">
                <a16:creationId xmlns:a16="http://schemas.microsoft.com/office/drawing/2014/main" id="{ED3CF557-4C5B-6320-82E7-0CFED7B1B38D}"/>
              </a:ext>
            </a:extLst>
          </p:cNvPr>
          <p:cNvCxnSpPr>
            <a:cxnSpLocks/>
          </p:cNvCxnSpPr>
          <p:nvPr/>
        </p:nvCxnSpPr>
        <p:spPr>
          <a:xfrm flipV="1">
            <a:off x="509600" y="6244754"/>
            <a:ext cx="7001543" cy="410361"/>
          </a:xfrm>
          <a:prstGeom prst="bentConnector3">
            <a:avLst>
              <a:gd name="adj1" fmla="val 9135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52" name="Picture 38" descr="NFS Server | Learn Netdata">
            <a:extLst>
              <a:ext uri="{FF2B5EF4-FFF2-40B4-BE49-F238E27FC236}">
                <a16:creationId xmlns:a16="http://schemas.microsoft.com/office/drawing/2014/main" id="{316CE107-B61D-6A25-70F7-74FD46853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9760" y="6072932"/>
            <a:ext cx="429304" cy="429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53" name="Straight Arrow Connector 1152">
            <a:extLst>
              <a:ext uri="{FF2B5EF4-FFF2-40B4-BE49-F238E27FC236}">
                <a16:creationId xmlns:a16="http://schemas.microsoft.com/office/drawing/2014/main" id="{724339B9-43F5-5544-A9D2-7DA40504B0F4}"/>
              </a:ext>
            </a:extLst>
          </p:cNvPr>
          <p:cNvCxnSpPr>
            <a:cxnSpLocks/>
          </p:cNvCxnSpPr>
          <p:nvPr/>
        </p:nvCxnSpPr>
        <p:spPr>
          <a:xfrm>
            <a:off x="2977668" y="5689895"/>
            <a:ext cx="12310" cy="380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2" name="TextBox 1161">
            <a:extLst>
              <a:ext uri="{FF2B5EF4-FFF2-40B4-BE49-F238E27FC236}">
                <a16:creationId xmlns:a16="http://schemas.microsoft.com/office/drawing/2014/main" id="{44BDD05B-61BF-E6DA-F063-E2E976157907}"/>
              </a:ext>
            </a:extLst>
          </p:cNvPr>
          <p:cNvSpPr txBox="1"/>
          <p:nvPr/>
        </p:nvSpPr>
        <p:spPr>
          <a:xfrm rot="19400619">
            <a:off x="532539" y="4489290"/>
            <a:ext cx="8456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i5-6</a:t>
            </a:r>
            <a:r>
              <a:rPr lang="en-US" sz="800" b="1" baseline="30000" dirty="0"/>
              <a:t>th</a:t>
            </a:r>
            <a:r>
              <a:rPr lang="en-US" sz="800" b="1" dirty="0"/>
              <a:t>Gen/24GB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E28667FD-6FFB-CE85-1C2F-89EB5DBE4FCC}"/>
              </a:ext>
            </a:extLst>
          </p:cNvPr>
          <p:cNvSpPr txBox="1"/>
          <p:nvPr/>
        </p:nvSpPr>
        <p:spPr>
          <a:xfrm rot="19400619">
            <a:off x="4713498" y="3094753"/>
            <a:ext cx="9531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i5-8</a:t>
            </a:r>
            <a:r>
              <a:rPr lang="en-US" sz="800" b="1" baseline="30000" dirty="0"/>
              <a:t>8h</a:t>
            </a:r>
            <a:r>
              <a:rPr lang="en-US" sz="800" b="1" dirty="0"/>
              <a:t>Gen/32GB</a:t>
            </a:r>
          </a:p>
        </p:txBody>
      </p:sp>
      <p:sp>
        <p:nvSpPr>
          <p:cNvPr id="1164" name="TextBox 1163">
            <a:extLst>
              <a:ext uri="{FF2B5EF4-FFF2-40B4-BE49-F238E27FC236}">
                <a16:creationId xmlns:a16="http://schemas.microsoft.com/office/drawing/2014/main" id="{AF71D78F-E1D4-3FA1-9A7D-2EF2863490C7}"/>
              </a:ext>
            </a:extLst>
          </p:cNvPr>
          <p:cNvSpPr txBox="1"/>
          <p:nvPr/>
        </p:nvSpPr>
        <p:spPr>
          <a:xfrm rot="19400619">
            <a:off x="9085625" y="4478807"/>
            <a:ext cx="9531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i5-8</a:t>
            </a:r>
            <a:r>
              <a:rPr lang="en-US" sz="800" b="1" baseline="30000" dirty="0"/>
              <a:t>8h</a:t>
            </a:r>
            <a:r>
              <a:rPr lang="en-US" sz="800" b="1" dirty="0"/>
              <a:t>Gen/32GB</a:t>
            </a:r>
          </a:p>
        </p:txBody>
      </p:sp>
      <p:pic>
        <p:nvPicPr>
          <p:cNvPr id="1169" name="Picture 1168">
            <a:extLst>
              <a:ext uri="{FF2B5EF4-FFF2-40B4-BE49-F238E27FC236}">
                <a16:creationId xmlns:a16="http://schemas.microsoft.com/office/drawing/2014/main" id="{31D32AE8-4B7D-2239-74DE-21D7585B9EC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59656" y="3607053"/>
            <a:ext cx="148610" cy="208915"/>
          </a:xfrm>
          <a:prstGeom prst="rect">
            <a:avLst/>
          </a:prstGeom>
        </p:spPr>
      </p:pic>
      <p:pic>
        <p:nvPicPr>
          <p:cNvPr id="1170" name="Picture 1169">
            <a:extLst>
              <a:ext uri="{FF2B5EF4-FFF2-40B4-BE49-F238E27FC236}">
                <a16:creationId xmlns:a16="http://schemas.microsoft.com/office/drawing/2014/main" id="{E934BC7E-421D-FD17-49C0-7DAAA1984D4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218769" y="3608099"/>
            <a:ext cx="148610" cy="208915"/>
          </a:xfrm>
          <a:prstGeom prst="rect">
            <a:avLst/>
          </a:prstGeom>
        </p:spPr>
      </p:pic>
      <p:pic>
        <p:nvPicPr>
          <p:cNvPr id="1171" name="Picture 1170">
            <a:extLst>
              <a:ext uri="{FF2B5EF4-FFF2-40B4-BE49-F238E27FC236}">
                <a16:creationId xmlns:a16="http://schemas.microsoft.com/office/drawing/2014/main" id="{7C355B53-6FE2-22CB-5BC4-02D877C9B388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510065" y="3626526"/>
            <a:ext cx="148610" cy="208915"/>
          </a:xfrm>
          <a:prstGeom prst="rect">
            <a:avLst/>
          </a:prstGeom>
        </p:spPr>
      </p:pic>
      <p:pic>
        <p:nvPicPr>
          <p:cNvPr id="1172" name="Picture 1171">
            <a:extLst>
              <a:ext uri="{FF2B5EF4-FFF2-40B4-BE49-F238E27FC236}">
                <a16:creationId xmlns:a16="http://schemas.microsoft.com/office/drawing/2014/main" id="{A140C5F8-867E-531A-A78C-EE55D3AB9504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769983" y="3626526"/>
            <a:ext cx="148610" cy="208915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E883E804-FB04-97DC-3905-1F93A70DC2B3}"/>
              </a:ext>
            </a:extLst>
          </p:cNvPr>
          <p:cNvGrpSpPr/>
          <p:nvPr/>
        </p:nvGrpSpPr>
        <p:grpSpPr>
          <a:xfrm>
            <a:off x="5562877" y="5164185"/>
            <a:ext cx="1162962" cy="1572988"/>
            <a:chOff x="8275533" y="1105491"/>
            <a:chExt cx="1162962" cy="1572988"/>
          </a:xfrm>
        </p:grpSpPr>
        <p:pic>
          <p:nvPicPr>
            <p:cNvPr id="45" name="Picture 18" descr="Virtual Server Icon Design for Modern ...">
              <a:extLst>
                <a:ext uri="{FF2B5EF4-FFF2-40B4-BE49-F238E27FC236}">
                  <a16:creationId xmlns:a16="http://schemas.microsoft.com/office/drawing/2014/main" id="{0B5D12C7-844B-6D4C-0446-1D36E804F8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86144" y="1360393"/>
              <a:ext cx="1152351" cy="1152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A0E0DF1-1FEE-0216-2597-65D76538A894}"/>
                </a:ext>
              </a:extLst>
            </p:cNvPr>
            <p:cNvSpPr txBox="1"/>
            <p:nvPr/>
          </p:nvSpPr>
          <p:spPr>
            <a:xfrm>
              <a:off x="8481128" y="2354497"/>
              <a:ext cx="7666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RHACM</a:t>
              </a:r>
            </a:p>
          </p:txBody>
        </p:sp>
        <p:sp>
          <p:nvSpPr>
            <p:cNvPr id="1070" name="TextBox 1069">
              <a:extLst>
                <a:ext uri="{FF2B5EF4-FFF2-40B4-BE49-F238E27FC236}">
                  <a16:creationId xmlns:a16="http://schemas.microsoft.com/office/drawing/2014/main" id="{B31B4411-2764-059D-0892-05FD5A0F9E23}"/>
                </a:ext>
              </a:extLst>
            </p:cNvPr>
            <p:cNvSpPr txBox="1"/>
            <p:nvPr/>
          </p:nvSpPr>
          <p:spPr>
            <a:xfrm rot="5400000">
              <a:off x="7791750" y="1917697"/>
              <a:ext cx="12445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192.168.0.135</a:t>
              </a:r>
            </a:p>
          </p:txBody>
        </p:sp>
        <p:sp>
          <p:nvSpPr>
            <p:cNvPr id="1072" name="TextBox 1071">
              <a:extLst>
                <a:ext uri="{FF2B5EF4-FFF2-40B4-BE49-F238E27FC236}">
                  <a16:creationId xmlns:a16="http://schemas.microsoft.com/office/drawing/2014/main" id="{3E0F963E-B56F-F8E4-4104-EAB275CDE178}"/>
                </a:ext>
              </a:extLst>
            </p:cNvPr>
            <p:cNvSpPr txBox="1"/>
            <p:nvPr/>
          </p:nvSpPr>
          <p:spPr>
            <a:xfrm rot="5400000">
              <a:off x="8887155" y="1900337"/>
              <a:ext cx="76653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/>
                <a:t>SNO-ACM</a:t>
              </a:r>
            </a:p>
          </p:txBody>
        </p:sp>
        <p:pic>
          <p:nvPicPr>
            <p:cNvPr id="46" name="Picture 20" descr="Openshift icon - Free Download PNG ...">
              <a:extLst>
                <a:ext uri="{FF2B5EF4-FFF2-40B4-BE49-F238E27FC236}">
                  <a16:creationId xmlns:a16="http://schemas.microsoft.com/office/drawing/2014/main" id="{E1BE8310-DC8C-9505-9893-1BB95EC264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65531" y="1105491"/>
              <a:ext cx="341450" cy="341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EB9C14D9-B6CF-8184-4508-A94AA1CE2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740799" y="2062668"/>
              <a:ext cx="243040" cy="341664"/>
            </a:xfrm>
            <a:prstGeom prst="rect">
              <a:avLst/>
            </a:prstGeom>
          </p:spPr>
        </p:pic>
      </p:grp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C6DC352-DE1F-8330-2ED9-1F6BFBF0BC74}"/>
              </a:ext>
            </a:extLst>
          </p:cNvPr>
          <p:cNvCxnSpPr>
            <a:cxnSpLocks/>
            <a:endCxn id="1070" idx="1"/>
          </p:cNvCxnSpPr>
          <p:nvPr/>
        </p:nvCxnSpPr>
        <p:spPr>
          <a:xfrm>
            <a:off x="2817424" y="5103604"/>
            <a:ext cx="2883952" cy="389004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13886825-93A3-A436-A5DA-F3F1D97A73EC}"/>
              </a:ext>
            </a:extLst>
          </p:cNvPr>
          <p:cNvGrpSpPr/>
          <p:nvPr/>
        </p:nvGrpSpPr>
        <p:grpSpPr>
          <a:xfrm rot="303431">
            <a:off x="3908700" y="5031612"/>
            <a:ext cx="880663" cy="534137"/>
            <a:chOff x="5487804" y="5725120"/>
            <a:chExt cx="1371808" cy="918663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8AB165C-A702-1A90-ADD8-462FF1AB3796}"/>
                </a:ext>
              </a:extLst>
            </p:cNvPr>
            <p:cNvSpPr/>
            <p:nvPr/>
          </p:nvSpPr>
          <p:spPr>
            <a:xfrm>
              <a:off x="5582659" y="5892443"/>
              <a:ext cx="1086354" cy="581935"/>
            </a:xfrm>
            <a:prstGeom prst="ellipse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b="1" dirty="0"/>
            </a:p>
          </p:txBody>
        </p:sp>
        <p:pic>
          <p:nvPicPr>
            <p:cNvPr id="4" name="Picture 26" descr="Docker full logo transparent PNG - StickPNG">
              <a:extLst>
                <a:ext uri="{FF2B5EF4-FFF2-40B4-BE49-F238E27FC236}">
                  <a16:creationId xmlns:a16="http://schemas.microsoft.com/office/drawing/2014/main" id="{BD6B5A60-BDDE-3337-75F3-6C834A25BF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22040" y="5947022"/>
              <a:ext cx="480968" cy="480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77DE9D9-4567-F4D0-5732-2ADFB79494B4}"/>
                </a:ext>
              </a:extLst>
            </p:cNvPr>
            <p:cNvSpPr txBox="1"/>
            <p:nvPr/>
          </p:nvSpPr>
          <p:spPr>
            <a:xfrm rot="2080869">
              <a:off x="6274852" y="6074807"/>
              <a:ext cx="521320" cy="225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Tool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0997061-5929-9DDA-B6CC-7990C158DFAE}"/>
                </a:ext>
              </a:extLst>
            </p:cNvPr>
            <p:cNvSpPr txBox="1"/>
            <p:nvPr/>
          </p:nvSpPr>
          <p:spPr>
            <a:xfrm rot="19537392">
              <a:off x="5487804" y="5988340"/>
              <a:ext cx="639646" cy="2443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b="1" dirty="0"/>
                <a:t>Sushy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40DDCF0-6819-1CF9-6FB9-148A5FC1DFFC}"/>
                </a:ext>
              </a:extLst>
            </p:cNvPr>
            <p:cNvSpPr txBox="1"/>
            <p:nvPr/>
          </p:nvSpPr>
          <p:spPr>
            <a:xfrm>
              <a:off x="5516668" y="6418226"/>
              <a:ext cx="1342944" cy="225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Virtual Redfish BMC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6176E8C-D24F-5B2B-E9F1-EBDF604A0F5D}"/>
                </a:ext>
              </a:extLst>
            </p:cNvPr>
            <p:cNvSpPr txBox="1"/>
            <p:nvPr/>
          </p:nvSpPr>
          <p:spPr>
            <a:xfrm>
              <a:off x="5901394" y="5725120"/>
              <a:ext cx="499419" cy="206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b="1" dirty="0"/>
                <a:t>8000</a:t>
              </a:r>
            </a:p>
          </p:txBody>
        </p:sp>
      </p:grp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C08F25F-BDBC-E7F5-49F5-DF3ECB7F06DB}"/>
              </a:ext>
            </a:extLst>
          </p:cNvPr>
          <p:cNvCxnSpPr>
            <a:cxnSpLocks/>
          </p:cNvCxnSpPr>
          <p:nvPr/>
        </p:nvCxnSpPr>
        <p:spPr>
          <a:xfrm flipH="1">
            <a:off x="6577748" y="5205231"/>
            <a:ext cx="2745191" cy="312132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86A3246-9D3B-A8A6-6AA9-60171C558AF9}"/>
              </a:ext>
            </a:extLst>
          </p:cNvPr>
          <p:cNvGrpSpPr/>
          <p:nvPr/>
        </p:nvGrpSpPr>
        <p:grpSpPr>
          <a:xfrm rot="21065701">
            <a:off x="7275519" y="5088498"/>
            <a:ext cx="880663" cy="534137"/>
            <a:chOff x="5487804" y="5725120"/>
            <a:chExt cx="1371808" cy="918663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025A43D-08D5-E89B-87C4-8DE39F821162}"/>
                </a:ext>
              </a:extLst>
            </p:cNvPr>
            <p:cNvSpPr/>
            <p:nvPr/>
          </p:nvSpPr>
          <p:spPr>
            <a:xfrm>
              <a:off x="5582659" y="5892443"/>
              <a:ext cx="1086354" cy="581935"/>
            </a:xfrm>
            <a:prstGeom prst="ellipse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b="1" dirty="0"/>
            </a:p>
          </p:txBody>
        </p:sp>
        <p:pic>
          <p:nvPicPr>
            <p:cNvPr id="33" name="Picture 26" descr="Docker full logo transparent PNG - StickPNG">
              <a:extLst>
                <a:ext uri="{FF2B5EF4-FFF2-40B4-BE49-F238E27FC236}">
                  <a16:creationId xmlns:a16="http://schemas.microsoft.com/office/drawing/2014/main" id="{46EB6DBD-C313-0B00-3FBC-7F766774A2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22040" y="5947022"/>
              <a:ext cx="480968" cy="480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1D39D84-B351-D32F-B957-427FA50C66E6}"/>
                </a:ext>
              </a:extLst>
            </p:cNvPr>
            <p:cNvSpPr txBox="1"/>
            <p:nvPr/>
          </p:nvSpPr>
          <p:spPr>
            <a:xfrm rot="2080869">
              <a:off x="6274852" y="6074807"/>
              <a:ext cx="521320" cy="225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Tool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804D4B1-748C-C90E-D33D-5D3DA1A4FB12}"/>
                </a:ext>
              </a:extLst>
            </p:cNvPr>
            <p:cNvSpPr txBox="1"/>
            <p:nvPr/>
          </p:nvSpPr>
          <p:spPr>
            <a:xfrm rot="19537392">
              <a:off x="5487804" y="5988340"/>
              <a:ext cx="639646" cy="2443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b="1" dirty="0"/>
                <a:t>Sushy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32F3E6B-DE31-F028-2A6F-2B41DC9DC422}"/>
                </a:ext>
              </a:extLst>
            </p:cNvPr>
            <p:cNvSpPr txBox="1"/>
            <p:nvPr/>
          </p:nvSpPr>
          <p:spPr>
            <a:xfrm>
              <a:off x="5516668" y="6418226"/>
              <a:ext cx="1342944" cy="225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Virtual Redfish BMC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570CEA0-FA93-0CFE-53D2-F9DBACC28D57}"/>
                </a:ext>
              </a:extLst>
            </p:cNvPr>
            <p:cNvSpPr txBox="1"/>
            <p:nvPr/>
          </p:nvSpPr>
          <p:spPr>
            <a:xfrm>
              <a:off x="5901393" y="5725120"/>
              <a:ext cx="499419" cy="206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b="1" dirty="0"/>
                <a:t>8000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8836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A39E3-7722-E302-EC6E-259F4954B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1" name="Connector: Elbow 1070">
            <a:extLst>
              <a:ext uri="{FF2B5EF4-FFF2-40B4-BE49-F238E27FC236}">
                <a16:creationId xmlns:a16="http://schemas.microsoft.com/office/drawing/2014/main" id="{CD06093F-8D50-6C1A-0A3C-12CEF230D5DF}"/>
              </a:ext>
            </a:extLst>
          </p:cNvPr>
          <p:cNvCxnSpPr>
            <a:stCxn id="17" idx="2"/>
          </p:cNvCxnSpPr>
          <p:nvPr/>
        </p:nvCxnSpPr>
        <p:spPr>
          <a:xfrm rot="5400000">
            <a:off x="2948090" y="3005595"/>
            <a:ext cx="2802504" cy="3497729"/>
          </a:xfrm>
          <a:prstGeom prst="bentConnector2">
            <a:avLst/>
          </a:prstGeom>
          <a:ln>
            <a:solidFill>
              <a:schemeClr val="accent1">
                <a:lumMod val="7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Connector: Elbow 1071">
            <a:extLst>
              <a:ext uri="{FF2B5EF4-FFF2-40B4-BE49-F238E27FC236}">
                <a16:creationId xmlns:a16="http://schemas.microsoft.com/office/drawing/2014/main" id="{2F85830B-BC70-55F5-61AD-757BCCDF70EE}"/>
              </a:ext>
            </a:extLst>
          </p:cNvPr>
          <p:cNvCxnSpPr>
            <a:cxnSpLocks/>
            <a:stCxn id="17" idx="2"/>
          </p:cNvCxnSpPr>
          <p:nvPr/>
        </p:nvCxnSpPr>
        <p:spPr>
          <a:xfrm rot="16200000" flipH="1">
            <a:off x="6392339" y="3059074"/>
            <a:ext cx="2808830" cy="3397096"/>
          </a:xfrm>
          <a:prstGeom prst="bentConnector2">
            <a:avLst/>
          </a:prstGeom>
          <a:ln>
            <a:solidFill>
              <a:schemeClr val="accent1">
                <a:lumMod val="7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BCBA36A-F123-0DD6-DC87-19A78B9ABD4B}"/>
              </a:ext>
            </a:extLst>
          </p:cNvPr>
          <p:cNvGrpSpPr/>
          <p:nvPr/>
        </p:nvGrpSpPr>
        <p:grpSpPr>
          <a:xfrm>
            <a:off x="886705" y="5583958"/>
            <a:ext cx="1588818" cy="1143508"/>
            <a:chOff x="8183462" y="4652739"/>
            <a:chExt cx="2138787" cy="1519665"/>
          </a:xfrm>
        </p:grpSpPr>
        <p:pic>
          <p:nvPicPr>
            <p:cNvPr id="30" name="Picture 14" descr="ThinkCentre M710 Tiny | 1L Micro ...">
              <a:extLst>
                <a:ext uri="{FF2B5EF4-FFF2-40B4-BE49-F238E27FC236}">
                  <a16:creationId xmlns:a16="http://schemas.microsoft.com/office/drawing/2014/main" id="{B66795DA-C711-50E8-ED7F-D1E0FFBA31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3462" y="4652739"/>
              <a:ext cx="2138787" cy="15196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2E8BA5B5-ADEF-A52D-DB3B-92A163DB9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66015" y="5077977"/>
              <a:ext cx="430438" cy="415335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61D51C17-6C5C-9B2E-5900-01510D37ED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19741" y="5412570"/>
              <a:ext cx="296767" cy="263793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C2A1422-7B0E-2FE8-FFB6-2CB87336803D}"/>
                </a:ext>
              </a:extLst>
            </p:cNvPr>
            <p:cNvSpPr txBox="1"/>
            <p:nvPr/>
          </p:nvSpPr>
          <p:spPr>
            <a:xfrm>
              <a:off x="8466543" y="5699389"/>
              <a:ext cx="1629384" cy="3681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192.168.0.159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BE86318-CF80-17E1-A6C8-D2A7D3FBB69F}"/>
              </a:ext>
            </a:extLst>
          </p:cNvPr>
          <p:cNvCxnSpPr>
            <a:cxnSpLocks/>
          </p:cNvCxnSpPr>
          <p:nvPr/>
        </p:nvCxnSpPr>
        <p:spPr>
          <a:xfrm flipH="1">
            <a:off x="7789137" y="1170795"/>
            <a:ext cx="1226947" cy="69657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73150BD-18F7-B9E3-D44E-87C27DC935C7}"/>
              </a:ext>
            </a:extLst>
          </p:cNvPr>
          <p:cNvGrpSpPr/>
          <p:nvPr/>
        </p:nvGrpSpPr>
        <p:grpSpPr>
          <a:xfrm>
            <a:off x="5927443" y="659199"/>
            <a:ext cx="696683" cy="688742"/>
            <a:chOff x="8447317" y="3034733"/>
            <a:chExt cx="1118166" cy="962704"/>
          </a:xfrm>
        </p:grpSpPr>
        <p:pic>
          <p:nvPicPr>
            <p:cNvPr id="1026" name="Picture 2" descr="Free argocd-original-wordmark SVG Icon ...">
              <a:extLst>
                <a:ext uri="{FF2B5EF4-FFF2-40B4-BE49-F238E27FC236}">
                  <a16:creationId xmlns:a16="http://schemas.microsoft.com/office/drawing/2014/main" id="{FDB1B3EF-4F23-C4C1-C36C-EBFE3DDE9B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26576" y="3034733"/>
              <a:ext cx="962704" cy="9627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3DE3E04-AF52-2466-5CE3-AE7A97051227}"/>
                </a:ext>
              </a:extLst>
            </p:cNvPr>
            <p:cNvSpPr/>
            <p:nvPr/>
          </p:nvSpPr>
          <p:spPr>
            <a:xfrm>
              <a:off x="8447317" y="3034733"/>
              <a:ext cx="1118166" cy="96270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3741795-4EE9-2B44-D1A3-BB7960E7EB51}"/>
              </a:ext>
            </a:extLst>
          </p:cNvPr>
          <p:cNvSpPr/>
          <p:nvPr/>
        </p:nvSpPr>
        <p:spPr>
          <a:xfrm>
            <a:off x="3037117" y="568215"/>
            <a:ext cx="4982151" cy="2991414"/>
          </a:xfrm>
          <a:prstGeom prst="roundRect">
            <a:avLst>
              <a:gd name="adj" fmla="val 8453"/>
            </a:avLst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8970627-2D59-6AA5-2290-348F6EDDE730}"/>
              </a:ext>
            </a:extLst>
          </p:cNvPr>
          <p:cNvGrpSpPr/>
          <p:nvPr/>
        </p:nvGrpSpPr>
        <p:grpSpPr>
          <a:xfrm>
            <a:off x="2478883" y="1007161"/>
            <a:ext cx="1116467" cy="904631"/>
            <a:chOff x="4977976" y="4824144"/>
            <a:chExt cx="2138787" cy="1519665"/>
          </a:xfrm>
        </p:grpSpPr>
        <p:pic>
          <p:nvPicPr>
            <p:cNvPr id="5" name="Picture 14" descr="ThinkCentre M710 Tiny | 1L Micro ...">
              <a:extLst>
                <a:ext uri="{FF2B5EF4-FFF2-40B4-BE49-F238E27FC236}">
                  <a16:creationId xmlns:a16="http://schemas.microsoft.com/office/drawing/2014/main" id="{BC855F88-70B4-FAE5-1AFE-A445E29B2B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7976" y="4824144"/>
              <a:ext cx="2138787" cy="15196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488ED50-99B4-B657-3E83-0FF240BEA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42571" y="5249381"/>
              <a:ext cx="430438" cy="41533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53E211E-8ADE-7ED3-963B-F7A35AFAC4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73009" y="5617617"/>
              <a:ext cx="296767" cy="263793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41180B4-9E90-85AA-1143-2D9939FC7B52}"/>
                </a:ext>
              </a:extLst>
            </p:cNvPr>
            <p:cNvSpPr txBox="1"/>
            <p:nvPr/>
          </p:nvSpPr>
          <p:spPr>
            <a:xfrm>
              <a:off x="5281308" y="5881411"/>
              <a:ext cx="1629384" cy="387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192.168.0.160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847ADBB-6A94-C1A6-CA95-93B290714772}"/>
              </a:ext>
            </a:extLst>
          </p:cNvPr>
          <p:cNvGrpSpPr/>
          <p:nvPr/>
        </p:nvGrpSpPr>
        <p:grpSpPr>
          <a:xfrm>
            <a:off x="2562910" y="130534"/>
            <a:ext cx="934313" cy="1314895"/>
            <a:chOff x="5529937" y="5083984"/>
            <a:chExt cx="1178574" cy="167660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8C7FED-712F-887A-1F41-66D970C59114}"/>
                </a:ext>
              </a:extLst>
            </p:cNvPr>
            <p:cNvSpPr txBox="1"/>
            <p:nvPr/>
          </p:nvSpPr>
          <p:spPr>
            <a:xfrm>
              <a:off x="5774728" y="6282104"/>
              <a:ext cx="766672" cy="3139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/>
                <a:t>RHACM</a:t>
              </a:r>
              <a:endParaRPr lang="en-US" sz="1200" b="1" dirty="0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7197FCA-598E-19C6-7989-176D926A581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77325" y="5083984"/>
              <a:ext cx="1116467" cy="1348187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78A80C4-DDBE-C04E-9E20-8BF15AFAD39E}"/>
                </a:ext>
              </a:extLst>
            </p:cNvPr>
            <p:cNvSpPr txBox="1"/>
            <p:nvPr/>
          </p:nvSpPr>
          <p:spPr>
            <a:xfrm rot="5400000">
              <a:off x="5067803" y="5693400"/>
              <a:ext cx="1244565" cy="320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/>
                <a:t>192.168.0.135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B6782DF-AE15-837A-E85B-A3A82D69A499}"/>
                </a:ext>
              </a:extLst>
            </p:cNvPr>
            <p:cNvSpPr txBox="1"/>
            <p:nvPr/>
          </p:nvSpPr>
          <p:spPr>
            <a:xfrm rot="5400000">
              <a:off x="6003661" y="6055737"/>
              <a:ext cx="1118522" cy="291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/>
                <a:t>SNO-ACM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64684B4-D443-1539-BAED-7559FF417E91}"/>
              </a:ext>
            </a:extLst>
          </p:cNvPr>
          <p:cNvGrpSpPr/>
          <p:nvPr/>
        </p:nvGrpSpPr>
        <p:grpSpPr>
          <a:xfrm>
            <a:off x="4407274" y="1825270"/>
            <a:ext cx="3367330" cy="1571481"/>
            <a:chOff x="2672304" y="752430"/>
            <a:chExt cx="3814051" cy="1571481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C60ECBF-6390-CF90-6DD4-E33521E9FD4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72304" y="795974"/>
              <a:ext cx="3797590" cy="1527937"/>
            </a:xfrm>
            <a:prstGeom prst="rect">
              <a:avLst/>
            </a:prstGeom>
          </p:spPr>
        </p:pic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A7C4BA42-DD53-598A-942D-963AD4E53202}"/>
                </a:ext>
              </a:extLst>
            </p:cNvPr>
            <p:cNvSpPr/>
            <p:nvPr/>
          </p:nvSpPr>
          <p:spPr>
            <a:xfrm>
              <a:off x="2688765" y="752430"/>
              <a:ext cx="3797590" cy="1527937"/>
            </a:xfrm>
            <a:prstGeom prst="roundRect">
              <a:avLst>
                <a:gd name="adj" fmla="val 1168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9C36474-CBB3-1836-F95E-DE94B3842A96}"/>
              </a:ext>
            </a:extLst>
          </p:cNvPr>
          <p:cNvCxnSpPr>
            <a:cxnSpLocks/>
          </p:cNvCxnSpPr>
          <p:nvPr/>
        </p:nvCxnSpPr>
        <p:spPr>
          <a:xfrm>
            <a:off x="6275784" y="1386298"/>
            <a:ext cx="1" cy="41591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D7575F7-AC3E-4008-8B69-B4BD43D1822E}"/>
              </a:ext>
            </a:extLst>
          </p:cNvPr>
          <p:cNvCxnSpPr>
            <a:cxnSpLocks/>
            <a:endCxn id="18" idx="6"/>
          </p:cNvCxnSpPr>
          <p:nvPr/>
        </p:nvCxnSpPr>
        <p:spPr>
          <a:xfrm flipH="1">
            <a:off x="6624126" y="964373"/>
            <a:ext cx="4971102" cy="3919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Sync - Free arrows icons">
            <a:extLst>
              <a:ext uri="{FF2B5EF4-FFF2-40B4-BE49-F238E27FC236}">
                <a16:creationId xmlns:a16="http://schemas.microsoft.com/office/drawing/2014/main" id="{F4B32112-FB6E-EF09-CF49-A361EA139E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6084" y="837003"/>
            <a:ext cx="363991" cy="363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36" descr="Makisu, Computer User, system ...">
            <a:extLst>
              <a:ext uri="{FF2B5EF4-FFF2-40B4-BE49-F238E27FC236}">
                <a16:creationId xmlns:a16="http://schemas.microsoft.com/office/drawing/2014/main" id="{E4B77022-D022-1A28-686A-4E02F78B8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300442" y="597585"/>
            <a:ext cx="684530" cy="684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888937F-5CAE-F23B-89F0-513305EDB3E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64211" y="703802"/>
            <a:ext cx="640727" cy="589875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ACB61F4-3774-6957-9AA2-0936C7ED2197}"/>
              </a:ext>
            </a:extLst>
          </p:cNvPr>
          <p:cNvCxnSpPr>
            <a:cxnSpLocks/>
          </p:cNvCxnSpPr>
          <p:nvPr/>
        </p:nvCxnSpPr>
        <p:spPr>
          <a:xfrm>
            <a:off x="867042" y="5446429"/>
            <a:ext cx="419518" cy="404410"/>
          </a:xfrm>
          <a:prstGeom prst="straightConnector1">
            <a:avLst/>
          </a:prstGeom>
          <a:ln>
            <a:solidFill>
              <a:schemeClr val="accent1"/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10630B1-2BA6-D5AD-51D0-DA9F747B2322}"/>
              </a:ext>
            </a:extLst>
          </p:cNvPr>
          <p:cNvCxnSpPr>
            <a:cxnSpLocks/>
          </p:cNvCxnSpPr>
          <p:nvPr/>
        </p:nvCxnSpPr>
        <p:spPr>
          <a:xfrm flipH="1">
            <a:off x="2159310" y="5466389"/>
            <a:ext cx="358376" cy="43366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8" descr="Internet - Free signs icons">
            <a:extLst>
              <a:ext uri="{FF2B5EF4-FFF2-40B4-BE49-F238E27FC236}">
                <a16:creationId xmlns:a16="http://schemas.microsoft.com/office/drawing/2014/main" id="{26C6FF51-7042-E91E-E210-06CC47A28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263050" y="5589011"/>
            <a:ext cx="192876" cy="192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120CDEBC-A3DC-2A0E-7137-8C39979A568A}"/>
              </a:ext>
            </a:extLst>
          </p:cNvPr>
          <p:cNvSpPr txBox="1"/>
          <p:nvPr/>
        </p:nvSpPr>
        <p:spPr>
          <a:xfrm rot="5400000">
            <a:off x="1959114" y="4967104"/>
            <a:ext cx="9273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192.168.0.111</a:t>
            </a:r>
          </a:p>
        </p:txBody>
      </p:sp>
      <p:pic>
        <p:nvPicPr>
          <p:cNvPr id="44" name="Picture 6" descr="Internet logo Images - Free Download on ...">
            <a:extLst>
              <a:ext uri="{FF2B5EF4-FFF2-40B4-BE49-F238E27FC236}">
                <a16:creationId xmlns:a16="http://schemas.microsoft.com/office/drawing/2014/main" id="{EB8E5D14-1D7E-BA83-8A64-FD3803143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582" y="5561097"/>
            <a:ext cx="209507" cy="20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3D4E336F-ABE9-7EB2-035F-3A350863C11D}"/>
              </a:ext>
            </a:extLst>
          </p:cNvPr>
          <p:cNvGrpSpPr/>
          <p:nvPr/>
        </p:nvGrpSpPr>
        <p:grpSpPr>
          <a:xfrm>
            <a:off x="2379850" y="4474843"/>
            <a:ext cx="816921" cy="974219"/>
            <a:chOff x="8219816" y="3483276"/>
            <a:chExt cx="816921" cy="974219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D52BC7A-48F0-D34A-29F3-22A7A81BCE16}"/>
                </a:ext>
              </a:extLst>
            </p:cNvPr>
            <p:cNvGrpSpPr/>
            <p:nvPr/>
          </p:nvGrpSpPr>
          <p:grpSpPr>
            <a:xfrm>
              <a:off x="8219816" y="3483276"/>
              <a:ext cx="816921" cy="974219"/>
              <a:chOff x="7493898" y="2521679"/>
              <a:chExt cx="720904" cy="907321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4E6FE833-779D-C11C-272D-054FA9E562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93898" y="2612163"/>
                <a:ext cx="676443" cy="816837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764E113-2983-BCE0-3AD0-DB8D718F9A82}"/>
                  </a:ext>
                </a:extLst>
              </p:cNvPr>
              <p:cNvSpPr txBox="1"/>
              <p:nvPr/>
            </p:nvSpPr>
            <p:spPr>
              <a:xfrm>
                <a:off x="7538360" y="2521679"/>
                <a:ext cx="67644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b="1" dirty="0"/>
                  <a:t>SNO2-ZTP</a:t>
                </a:r>
              </a:p>
            </p:txBody>
          </p:sp>
        </p:grp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C9CAAF21-16B7-7ACE-2BCA-030A81003C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389793" y="4175340"/>
              <a:ext cx="148610" cy="208915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170C1C7-7F32-B57A-3FCB-2189516334CF}"/>
              </a:ext>
            </a:extLst>
          </p:cNvPr>
          <p:cNvGrpSpPr/>
          <p:nvPr/>
        </p:nvGrpSpPr>
        <p:grpSpPr>
          <a:xfrm>
            <a:off x="264258" y="4152400"/>
            <a:ext cx="1005402" cy="1408697"/>
            <a:chOff x="10295980" y="3474525"/>
            <a:chExt cx="1005402" cy="1408697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3E7817FB-E624-37D2-4A7F-752E716444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0420530" y="3776735"/>
              <a:ext cx="829022" cy="1075266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993DB74-DAD4-A841-44FB-46BB4EF85FD8}"/>
                </a:ext>
              </a:extLst>
            </p:cNvPr>
            <p:cNvSpPr txBox="1"/>
            <p:nvPr/>
          </p:nvSpPr>
          <p:spPr>
            <a:xfrm rot="5400000">
              <a:off x="9973679" y="4330089"/>
              <a:ext cx="87543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/>
                <a:t>192.168.0.150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006FB42-87B7-4300-B12A-495872D006B4}"/>
                </a:ext>
              </a:extLst>
            </p:cNvPr>
            <p:cNvSpPr txBox="1"/>
            <p:nvPr/>
          </p:nvSpPr>
          <p:spPr>
            <a:xfrm>
              <a:off x="10535634" y="3474525"/>
              <a:ext cx="765748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/>
                <a:t>Mirror</a:t>
              </a:r>
            </a:p>
            <a:p>
              <a:pPr algn="ctr"/>
              <a:r>
                <a:rPr lang="en-US" sz="1050" b="1" dirty="0"/>
                <a:t>Registry</a:t>
              </a: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0CFE108F-EE37-70CB-AF5F-AD12CF1B46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524843" y="4506471"/>
              <a:ext cx="148610" cy="208915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1616E9F-EB38-2EE9-C53E-E59EDC12C8BD}"/>
              </a:ext>
            </a:extLst>
          </p:cNvPr>
          <p:cNvGrpSpPr/>
          <p:nvPr/>
        </p:nvGrpSpPr>
        <p:grpSpPr>
          <a:xfrm>
            <a:off x="9506188" y="5644713"/>
            <a:ext cx="1588818" cy="1143508"/>
            <a:chOff x="8183462" y="4652739"/>
            <a:chExt cx="2138787" cy="1519665"/>
          </a:xfrm>
        </p:grpSpPr>
        <p:pic>
          <p:nvPicPr>
            <p:cNvPr id="57" name="Picture 14" descr="ThinkCentre M710 Tiny | 1L Micro ...">
              <a:extLst>
                <a:ext uri="{FF2B5EF4-FFF2-40B4-BE49-F238E27FC236}">
                  <a16:creationId xmlns:a16="http://schemas.microsoft.com/office/drawing/2014/main" id="{4BA11418-88D0-4C41-3917-9EA60B96E8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3462" y="4652739"/>
              <a:ext cx="2138787" cy="15196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B9F016D5-234E-144A-3A05-9FD4CFE49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66015" y="5077977"/>
              <a:ext cx="430438" cy="415335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F0530CD9-9D91-0AB2-F564-48D5EBE37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19741" y="5412570"/>
              <a:ext cx="296767" cy="263793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04836AB-2DE8-4FC9-F5A2-315BCE125BDF}"/>
                </a:ext>
              </a:extLst>
            </p:cNvPr>
            <p:cNvSpPr txBox="1"/>
            <p:nvPr/>
          </p:nvSpPr>
          <p:spPr>
            <a:xfrm>
              <a:off x="8466543" y="5699389"/>
              <a:ext cx="1629384" cy="3681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192.168.0.161</a:t>
              </a:r>
            </a:p>
          </p:txBody>
        </p: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9E98963-333D-E2E5-2419-B0E1608F3300}"/>
              </a:ext>
            </a:extLst>
          </p:cNvPr>
          <p:cNvCxnSpPr>
            <a:cxnSpLocks/>
          </p:cNvCxnSpPr>
          <p:nvPr/>
        </p:nvCxnSpPr>
        <p:spPr>
          <a:xfrm>
            <a:off x="9399437" y="5507184"/>
            <a:ext cx="419518" cy="404410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4AD4A05-AF1E-0918-DFA4-3E65DBD911CE}"/>
              </a:ext>
            </a:extLst>
          </p:cNvPr>
          <p:cNvCxnSpPr>
            <a:cxnSpLocks/>
          </p:cNvCxnSpPr>
          <p:nvPr/>
        </p:nvCxnSpPr>
        <p:spPr>
          <a:xfrm flipH="1">
            <a:off x="10778793" y="5527144"/>
            <a:ext cx="358376" cy="433669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Picture 8" descr="Internet - Free signs icons">
            <a:extLst>
              <a:ext uri="{FF2B5EF4-FFF2-40B4-BE49-F238E27FC236}">
                <a16:creationId xmlns:a16="http://schemas.microsoft.com/office/drawing/2014/main" id="{CB6D2A7A-140C-63FC-8DB5-ECB07F0A5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9533113" y="5630417"/>
            <a:ext cx="192876" cy="192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6" descr="Internet logo Images - Free Download on ...">
            <a:extLst>
              <a:ext uri="{FF2B5EF4-FFF2-40B4-BE49-F238E27FC236}">
                <a16:creationId xmlns:a16="http://schemas.microsoft.com/office/drawing/2014/main" id="{440B565D-93AD-CAC1-F9D4-9139E32C6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3990" y="5665850"/>
            <a:ext cx="209507" cy="20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05076AE6-8F21-90A5-4223-4C587848415B}"/>
              </a:ext>
            </a:extLst>
          </p:cNvPr>
          <p:cNvGrpSpPr/>
          <p:nvPr/>
        </p:nvGrpSpPr>
        <p:grpSpPr>
          <a:xfrm>
            <a:off x="8679173" y="4567898"/>
            <a:ext cx="889374" cy="1082261"/>
            <a:chOff x="10926880" y="4535598"/>
            <a:chExt cx="889374" cy="1082261"/>
          </a:xfrm>
        </p:grpSpPr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9150057B-2B0B-CD5F-2D34-45D6D6535151}"/>
                </a:ext>
              </a:extLst>
            </p:cNvPr>
            <p:cNvSpPr txBox="1"/>
            <p:nvPr/>
          </p:nvSpPr>
          <p:spPr>
            <a:xfrm rot="5400000">
              <a:off x="10578597" y="5038745"/>
              <a:ext cx="92739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/>
                <a:t>192.168.0.110</a:t>
              </a:r>
            </a:p>
          </p:txBody>
        </p:sp>
        <p:pic>
          <p:nvPicPr>
            <p:cNvPr id="1031" name="Picture 1030">
              <a:extLst>
                <a:ext uri="{FF2B5EF4-FFF2-40B4-BE49-F238E27FC236}">
                  <a16:creationId xmlns:a16="http://schemas.microsoft.com/office/drawing/2014/main" id="{81D12108-BC35-B289-2841-0DA9680F8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999333" y="4632752"/>
              <a:ext cx="766538" cy="877064"/>
            </a:xfrm>
            <a:prstGeom prst="rect">
              <a:avLst/>
            </a:prstGeom>
          </p:spPr>
        </p:pic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1AB3157D-D9ED-64D2-EA73-C4CE01A14DA3}"/>
                </a:ext>
              </a:extLst>
            </p:cNvPr>
            <p:cNvSpPr txBox="1"/>
            <p:nvPr/>
          </p:nvSpPr>
          <p:spPr>
            <a:xfrm>
              <a:off x="11049717" y="4535598"/>
              <a:ext cx="76653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/>
                <a:t>SNO-ZTP</a:t>
              </a:r>
            </a:p>
          </p:txBody>
        </p:sp>
        <p:pic>
          <p:nvPicPr>
            <p:cNvPr id="1030" name="Picture 1029">
              <a:extLst>
                <a:ext uri="{FF2B5EF4-FFF2-40B4-BE49-F238E27FC236}">
                  <a16:creationId xmlns:a16="http://schemas.microsoft.com/office/drawing/2014/main" id="{825AD19F-FE86-2C0D-0971-0415DE74B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169310" y="5227662"/>
              <a:ext cx="148610" cy="208915"/>
            </a:xfrm>
            <a:prstGeom prst="rect">
              <a:avLst/>
            </a:prstGeom>
          </p:spPr>
        </p:pic>
      </p:grp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54706418-1E85-B25A-5167-9CC7954C05F2}"/>
              </a:ext>
            </a:extLst>
          </p:cNvPr>
          <p:cNvGrpSpPr/>
          <p:nvPr/>
        </p:nvGrpSpPr>
        <p:grpSpPr>
          <a:xfrm>
            <a:off x="10931705" y="4246174"/>
            <a:ext cx="1005402" cy="1408697"/>
            <a:chOff x="10295980" y="3474525"/>
            <a:chExt cx="1005402" cy="1408697"/>
          </a:xfrm>
        </p:grpSpPr>
        <p:pic>
          <p:nvPicPr>
            <p:cNvPr id="1034" name="Picture 1033">
              <a:extLst>
                <a:ext uri="{FF2B5EF4-FFF2-40B4-BE49-F238E27FC236}">
                  <a16:creationId xmlns:a16="http://schemas.microsoft.com/office/drawing/2014/main" id="{25359188-C7DA-CE80-0289-9A25CFB23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0420530" y="3776735"/>
              <a:ext cx="829022" cy="1075266"/>
            </a:xfrm>
            <a:prstGeom prst="rect">
              <a:avLst/>
            </a:prstGeom>
          </p:spPr>
        </p:pic>
        <p:sp>
          <p:nvSpPr>
            <p:cNvPr id="1035" name="TextBox 1034">
              <a:extLst>
                <a:ext uri="{FF2B5EF4-FFF2-40B4-BE49-F238E27FC236}">
                  <a16:creationId xmlns:a16="http://schemas.microsoft.com/office/drawing/2014/main" id="{905E544D-36B5-E28E-6376-7E585C4C931B}"/>
                </a:ext>
              </a:extLst>
            </p:cNvPr>
            <p:cNvSpPr txBox="1"/>
            <p:nvPr/>
          </p:nvSpPr>
          <p:spPr>
            <a:xfrm rot="5400000">
              <a:off x="9973679" y="4330089"/>
              <a:ext cx="87543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/>
                <a:t>192.168.0.149</a:t>
              </a:r>
            </a:p>
          </p:txBody>
        </p:sp>
        <p:sp>
          <p:nvSpPr>
            <p:cNvPr id="1037" name="TextBox 1036">
              <a:extLst>
                <a:ext uri="{FF2B5EF4-FFF2-40B4-BE49-F238E27FC236}">
                  <a16:creationId xmlns:a16="http://schemas.microsoft.com/office/drawing/2014/main" id="{AD4F71DB-69D5-E874-6619-8BCCD724338F}"/>
                </a:ext>
              </a:extLst>
            </p:cNvPr>
            <p:cNvSpPr txBox="1"/>
            <p:nvPr/>
          </p:nvSpPr>
          <p:spPr>
            <a:xfrm>
              <a:off x="10535634" y="3474525"/>
              <a:ext cx="765748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/>
                <a:t>Mirror</a:t>
              </a:r>
            </a:p>
            <a:p>
              <a:pPr algn="ctr"/>
              <a:r>
                <a:rPr lang="en-US" sz="1050" b="1" dirty="0"/>
                <a:t>Registry2</a:t>
              </a:r>
            </a:p>
          </p:txBody>
        </p:sp>
        <p:pic>
          <p:nvPicPr>
            <p:cNvPr id="1038" name="Picture 1037">
              <a:extLst>
                <a:ext uri="{FF2B5EF4-FFF2-40B4-BE49-F238E27FC236}">
                  <a16:creationId xmlns:a16="http://schemas.microsoft.com/office/drawing/2014/main" id="{72BDFF9A-27B9-0E97-18BD-928174C3CF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524843" y="4506471"/>
              <a:ext cx="148610" cy="208915"/>
            </a:xfrm>
            <a:prstGeom prst="rect">
              <a:avLst/>
            </a:prstGeom>
          </p:spPr>
        </p:pic>
      </p:grpSp>
      <p:cxnSp>
        <p:nvCxnSpPr>
          <p:cNvPr id="1042" name="Straight Arrow Connector 1041">
            <a:extLst>
              <a:ext uri="{FF2B5EF4-FFF2-40B4-BE49-F238E27FC236}">
                <a16:creationId xmlns:a16="http://schemas.microsoft.com/office/drawing/2014/main" id="{BADAA52E-ADBF-3C72-58DA-33EE5F8C91F4}"/>
              </a:ext>
            </a:extLst>
          </p:cNvPr>
          <p:cNvCxnSpPr>
            <a:cxnSpLocks/>
          </p:cNvCxnSpPr>
          <p:nvPr/>
        </p:nvCxnSpPr>
        <p:spPr>
          <a:xfrm>
            <a:off x="6100644" y="3353207"/>
            <a:ext cx="2649536" cy="1361638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9B06043-3CA1-83D9-DF53-C2975430D622}"/>
              </a:ext>
            </a:extLst>
          </p:cNvPr>
          <p:cNvCxnSpPr>
            <a:cxnSpLocks/>
            <a:endCxn id="34" idx="3"/>
          </p:cNvCxnSpPr>
          <p:nvPr/>
        </p:nvCxnSpPr>
        <p:spPr>
          <a:xfrm flipH="1">
            <a:off x="3196771" y="3361124"/>
            <a:ext cx="2929065" cy="1237645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Connector: Elbow 1044">
            <a:extLst>
              <a:ext uri="{FF2B5EF4-FFF2-40B4-BE49-F238E27FC236}">
                <a16:creationId xmlns:a16="http://schemas.microsoft.com/office/drawing/2014/main" id="{03D79EE0-9E3D-55A9-0E81-BE6EC274D91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-246357" y="1821532"/>
            <a:ext cx="3808544" cy="1939252"/>
          </a:xfrm>
          <a:prstGeom prst="bentConnector2">
            <a:avLst/>
          </a:prstGeom>
          <a:ln w="1905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Connector: Elbow 1045">
            <a:extLst>
              <a:ext uri="{FF2B5EF4-FFF2-40B4-BE49-F238E27FC236}">
                <a16:creationId xmlns:a16="http://schemas.microsoft.com/office/drawing/2014/main" id="{35BC50CD-6308-8E00-6204-A8D5DBBC9B9F}"/>
              </a:ext>
            </a:extLst>
          </p:cNvPr>
          <p:cNvCxnSpPr>
            <a:cxnSpLocks/>
            <a:endCxn id="1031" idx="2"/>
          </p:cNvCxnSpPr>
          <p:nvPr/>
        </p:nvCxnSpPr>
        <p:spPr>
          <a:xfrm>
            <a:off x="667355" y="5423464"/>
            <a:ext cx="8467540" cy="118652"/>
          </a:xfrm>
          <a:prstGeom prst="bentConnector4">
            <a:avLst>
              <a:gd name="adj1" fmla="val 299"/>
              <a:gd name="adj2" fmla="val 1063321"/>
            </a:avLst>
          </a:prstGeom>
          <a:ln w="1905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2" name="Picture 32" descr="Web server icon. colored outline icon ...">
            <a:extLst>
              <a:ext uri="{FF2B5EF4-FFF2-40B4-BE49-F238E27FC236}">
                <a16:creationId xmlns:a16="http://schemas.microsoft.com/office/drawing/2014/main" id="{89268E5F-DD7A-AC8F-38CD-CF185C2A7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956" y="4545916"/>
            <a:ext cx="379911" cy="252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3" name="Picture 32" descr="Web server icon. colored outline icon ...">
            <a:extLst>
              <a:ext uri="{FF2B5EF4-FFF2-40B4-BE49-F238E27FC236}">
                <a16:creationId xmlns:a16="http://schemas.microsoft.com/office/drawing/2014/main" id="{3F0093E3-93E9-F095-247A-A9C0B2427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2088" y="4598769"/>
            <a:ext cx="379911" cy="252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85" name="Group 1084">
            <a:extLst>
              <a:ext uri="{FF2B5EF4-FFF2-40B4-BE49-F238E27FC236}">
                <a16:creationId xmlns:a16="http://schemas.microsoft.com/office/drawing/2014/main" id="{6F43F47B-EA06-0171-BDE0-3B85E9791AEF}"/>
              </a:ext>
            </a:extLst>
          </p:cNvPr>
          <p:cNvGrpSpPr/>
          <p:nvPr/>
        </p:nvGrpSpPr>
        <p:grpSpPr>
          <a:xfrm>
            <a:off x="3356580" y="5763742"/>
            <a:ext cx="970230" cy="743597"/>
            <a:chOff x="3356580" y="5861716"/>
            <a:chExt cx="970230" cy="743597"/>
          </a:xfrm>
        </p:grpSpPr>
        <p:sp>
          <p:nvSpPr>
            <p:cNvPr id="1064" name="Oval 1063">
              <a:extLst>
                <a:ext uri="{FF2B5EF4-FFF2-40B4-BE49-F238E27FC236}">
                  <a16:creationId xmlns:a16="http://schemas.microsoft.com/office/drawing/2014/main" id="{CD937F85-ACD5-6399-F078-3CFF4201898A}"/>
                </a:ext>
              </a:extLst>
            </p:cNvPr>
            <p:cNvSpPr/>
            <p:nvPr/>
          </p:nvSpPr>
          <p:spPr>
            <a:xfrm>
              <a:off x="3419330" y="6013329"/>
              <a:ext cx="772029" cy="427552"/>
            </a:xfrm>
            <a:prstGeom prst="ellipse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b="1" dirty="0"/>
            </a:p>
          </p:txBody>
        </p:sp>
        <p:pic>
          <p:nvPicPr>
            <p:cNvPr id="1065" name="Picture 26" descr="Docker full logo transparent PNG - StickPNG">
              <a:extLst>
                <a:ext uri="{FF2B5EF4-FFF2-40B4-BE49-F238E27FC236}">
                  <a16:creationId xmlns:a16="http://schemas.microsoft.com/office/drawing/2014/main" id="{A15105F3-2671-CF97-BEF7-96A3F33336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71401" y="6067537"/>
              <a:ext cx="296717" cy="3458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66" name="TextBox 1065">
              <a:extLst>
                <a:ext uri="{FF2B5EF4-FFF2-40B4-BE49-F238E27FC236}">
                  <a16:creationId xmlns:a16="http://schemas.microsoft.com/office/drawing/2014/main" id="{2BB56356-D596-EA25-7BFE-B07AFE4BB3AE}"/>
                </a:ext>
              </a:extLst>
            </p:cNvPr>
            <p:cNvSpPr txBox="1"/>
            <p:nvPr/>
          </p:nvSpPr>
          <p:spPr>
            <a:xfrm rot="2080869">
              <a:off x="3900358" y="6117399"/>
              <a:ext cx="37048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Tool</a:t>
              </a:r>
            </a:p>
          </p:txBody>
        </p:sp>
        <p:sp>
          <p:nvSpPr>
            <p:cNvPr id="1067" name="TextBox 1066">
              <a:extLst>
                <a:ext uri="{FF2B5EF4-FFF2-40B4-BE49-F238E27FC236}">
                  <a16:creationId xmlns:a16="http://schemas.microsoft.com/office/drawing/2014/main" id="{21C408B9-5C2F-B1A4-4EB8-8BE8A0517888}"/>
                </a:ext>
              </a:extLst>
            </p:cNvPr>
            <p:cNvSpPr txBox="1"/>
            <p:nvPr/>
          </p:nvSpPr>
          <p:spPr>
            <a:xfrm rot="19537392">
              <a:off x="3356580" y="6086223"/>
              <a:ext cx="45457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Sushy</a:t>
              </a:r>
            </a:p>
          </p:txBody>
        </p:sp>
        <p:sp>
          <p:nvSpPr>
            <p:cNvPr id="1068" name="TextBox 1067">
              <a:extLst>
                <a:ext uri="{FF2B5EF4-FFF2-40B4-BE49-F238E27FC236}">
                  <a16:creationId xmlns:a16="http://schemas.microsoft.com/office/drawing/2014/main" id="{69D7CBA9-279A-A00D-28D7-E4C78458F2F0}"/>
                </a:ext>
              </a:extLst>
            </p:cNvPr>
            <p:cNvSpPr txBox="1"/>
            <p:nvPr/>
          </p:nvSpPr>
          <p:spPr>
            <a:xfrm>
              <a:off x="3372433" y="6405258"/>
              <a:ext cx="95437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b="1" dirty="0"/>
                <a:t>Virtual Redfish BMC</a:t>
              </a:r>
            </a:p>
          </p:txBody>
        </p:sp>
        <p:sp>
          <p:nvSpPr>
            <p:cNvPr id="1069" name="TextBox 1068">
              <a:extLst>
                <a:ext uri="{FF2B5EF4-FFF2-40B4-BE49-F238E27FC236}">
                  <a16:creationId xmlns:a16="http://schemas.microsoft.com/office/drawing/2014/main" id="{B3C6B850-33AD-477C-3B77-23C650456488}"/>
                </a:ext>
              </a:extLst>
            </p:cNvPr>
            <p:cNvSpPr txBox="1"/>
            <p:nvPr/>
          </p:nvSpPr>
          <p:spPr>
            <a:xfrm>
              <a:off x="3645842" y="5861716"/>
              <a:ext cx="354917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8000</a:t>
              </a:r>
            </a:p>
          </p:txBody>
        </p:sp>
      </p:grpSp>
      <p:cxnSp>
        <p:nvCxnSpPr>
          <p:cNvPr id="1080" name="Connector: Elbow 1079">
            <a:extLst>
              <a:ext uri="{FF2B5EF4-FFF2-40B4-BE49-F238E27FC236}">
                <a16:creationId xmlns:a16="http://schemas.microsoft.com/office/drawing/2014/main" id="{9BF08487-5F1B-FAC6-3D68-0AF3378B6A17}"/>
              </a:ext>
            </a:extLst>
          </p:cNvPr>
          <p:cNvCxnSpPr>
            <a:cxnSpLocks/>
          </p:cNvCxnSpPr>
          <p:nvPr/>
        </p:nvCxnSpPr>
        <p:spPr>
          <a:xfrm>
            <a:off x="2776516" y="5422956"/>
            <a:ext cx="8467540" cy="118652"/>
          </a:xfrm>
          <a:prstGeom prst="bentConnector4">
            <a:avLst>
              <a:gd name="adj1" fmla="val 299"/>
              <a:gd name="adj2" fmla="val 1063321"/>
            </a:avLst>
          </a:prstGeom>
          <a:ln w="1905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82" name="Picture 1081">
            <a:extLst>
              <a:ext uri="{FF2B5EF4-FFF2-40B4-BE49-F238E27FC236}">
                <a16:creationId xmlns:a16="http://schemas.microsoft.com/office/drawing/2014/main" id="{0BCCB43F-9F51-2E3B-9C91-C5C46996461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74604" y="814179"/>
            <a:ext cx="468299" cy="321382"/>
          </a:xfrm>
          <a:prstGeom prst="rect">
            <a:avLst/>
          </a:prstGeom>
        </p:spPr>
      </p:pic>
      <p:pic>
        <p:nvPicPr>
          <p:cNvPr id="1083" name="Picture 1082">
            <a:extLst>
              <a:ext uri="{FF2B5EF4-FFF2-40B4-BE49-F238E27FC236}">
                <a16:creationId xmlns:a16="http://schemas.microsoft.com/office/drawing/2014/main" id="{8F4B9937-53FF-211B-8F33-1B4E6C341D1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20740" y="888262"/>
            <a:ext cx="148610" cy="208915"/>
          </a:xfrm>
          <a:prstGeom prst="rect">
            <a:avLst/>
          </a:prstGeom>
        </p:spPr>
      </p:pic>
      <p:grpSp>
        <p:nvGrpSpPr>
          <p:cNvPr id="1086" name="Group 1085">
            <a:extLst>
              <a:ext uri="{FF2B5EF4-FFF2-40B4-BE49-F238E27FC236}">
                <a16:creationId xmlns:a16="http://schemas.microsoft.com/office/drawing/2014/main" id="{20272011-A34A-58BE-0E28-FAC989F305E9}"/>
              </a:ext>
            </a:extLst>
          </p:cNvPr>
          <p:cNvGrpSpPr/>
          <p:nvPr/>
        </p:nvGrpSpPr>
        <p:grpSpPr>
          <a:xfrm>
            <a:off x="7731459" y="5776284"/>
            <a:ext cx="970230" cy="743597"/>
            <a:chOff x="3356580" y="5861716"/>
            <a:chExt cx="970230" cy="743597"/>
          </a:xfrm>
        </p:grpSpPr>
        <p:sp>
          <p:nvSpPr>
            <p:cNvPr id="1087" name="Oval 1086">
              <a:extLst>
                <a:ext uri="{FF2B5EF4-FFF2-40B4-BE49-F238E27FC236}">
                  <a16:creationId xmlns:a16="http://schemas.microsoft.com/office/drawing/2014/main" id="{34B10FC2-1FA8-19C6-44C9-1A8EFD7800FC}"/>
                </a:ext>
              </a:extLst>
            </p:cNvPr>
            <p:cNvSpPr/>
            <p:nvPr/>
          </p:nvSpPr>
          <p:spPr>
            <a:xfrm>
              <a:off x="3419330" y="6013329"/>
              <a:ext cx="772029" cy="427552"/>
            </a:xfrm>
            <a:prstGeom prst="ellipse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b="1" dirty="0"/>
            </a:p>
          </p:txBody>
        </p:sp>
        <p:pic>
          <p:nvPicPr>
            <p:cNvPr id="1088" name="Picture 26" descr="Docker full logo transparent PNG - StickPNG">
              <a:extLst>
                <a:ext uri="{FF2B5EF4-FFF2-40B4-BE49-F238E27FC236}">
                  <a16:creationId xmlns:a16="http://schemas.microsoft.com/office/drawing/2014/main" id="{1BD1CD42-2868-622C-7E88-FF663DDCAC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71401" y="6067537"/>
              <a:ext cx="296717" cy="3458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27545C55-AE6F-FA66-9E9F-A7827645E200}"/>
                </a:ext>
              </a:extLst>
            </p:cNvPr>
            <p:cNvSpPr txBox="1"/>
            <p:nvPr/>
          </p:nvSpPr>
          <p:spPr>
            <a:xfrm rot="2080869">
              <a:off x="3900358" y="6117399"/>
              <a:ext cx="37048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Tool</a:t>
              </a:r>
            </a:p>
          </p:txBody>
        </p:sp>
        <p:sp>
          <p:nvSpPr>
            <p:cNvPr id="1090" name="TextBox 1089">
              <a:extLst>
                <a:ext uri="{FF2B5EF4-FFF2-40B4-BE49-F238E27FC236}">
                  <a16:creationId xmlns:a16="http://schemas.microsoft.com/office/drawing/2014/main" id="{5EC99E49-9F1E-062B-4496-6E126FE65EDB}"/>
                </a:ext>
              </a:extLst>
            </p:cNvPr>
            <p:cNvSpPr txBox="1"/>
            <p:nvPr/>
          </p:nvSpPr>
          <p:spPr>
            <a:xfrm rot="19537392">
              <a:off x="3356580" y="6086223"/>
              <a:ext cx="45457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Sushy</a:t>
              </a:r>
            </a:p>
          </p:txBody>
        </p:sp>
        <p:sp>
          <p:nvSpPr>
            <p:cNvPr id="1091" name="TextBox 1090">
              <a:extLst>
                <a:ext uri="{FF2B5EF4-FFF2-40B4-BE49-F238E27FC236}">
                  <a16:creationId xmlns:a16="http://schemas.microsoft.com/office/drawing/2014/main" id="{C6FA0782-9D9F-3C14-97DC-2C3E32C79F81}"/>
                </a:ext>
              </a:extLst>
            </p:cNvPr>
            <p:cNvSpPr txBox="1"/>
            <p:nvPr/>
          </p:nvSpPr>
          <p:spPr>
            <a:xfrm>
              <a:off x="3372433" y="6405258"/>
              <a:ext cx="95437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b="1" dirty="0"/>
                <a:t>Virtual Redfish BMC</a:t>
              </a:r>
            </a:p>
          </p:txBody>
        </p:sp>
        <p:sp>
          <p:nvSpPr>
            <p:cNvPr id="1092" name="TextBox 1091">
              <a:extLst>
                <a:ext uri="{FF2B5EF4-FFF2-40B4-BE49-F238E27FC236}">
                  <a16:creationId xmlns:a16="http://schemas.microsoft.com/office/drawing/2014/main" id="{5B5614BC-E28D-C922-6EE4-DB4D43605EB0}"/>
                </a:ext>
              </a:extLst>
            </p:cNvPr>
            <p:cNvSpPr txBox="1"/>
            <p:nvPr/>
          </p:nvSpPr>
          <p:spPr>
            <a:xfrm>
              <a:off x="3645842" y="5861716"/>
              <a:ext cx="354917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8000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5300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911CE56-93B1-6DE1-B379-DEB53CC8E7F8}"/>
              </a:ext>
            </a:extLst>
          </p:cNvPr>
          <p:cNvSpPr/>
          <p:nvPr/>
        </p:nvSpPr>
        <p:spPr>
          <a:xfrm>
            <a:off x="765810" y="971550"/>
            <a:ext cx="3314870" cy="5429250"/>
          </a:xfrm>
          <a:prstGeom prst="roundRect">
            <a:avLst>
              <a:gd name="adj" fmla="val 1117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038505F-FA7D-A229-0E3B-E15DDC3EF88E}"/>
              </a:ext>
            </a:extLst>
          </p:cNvPr>
          <p:cNvSpPr/>
          <p:nvPr/>
        </p:nvSpPr>
        <p:spPr>
          <a:xfrm>
            <a:off x="925830" y="1474058"/>
            <a:ext cx="3009874" cy="4793392"/>
          </a:xfrm>
          <a:prstGeom prst="roundRect">
            <a:avLst>
              <a:gd name="adj" fmla="val 12928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F23AD3C-7678-9BBC-AE99-695134EFD4D6}"/>
              </a:ext>
            </a:extLst>
          </p:cNvPr>
          <p:cNvSpPr/>
          <p:nvPr/>
        </p:nvSpPr>
        <p:spPr>
          <a:xfrm>
            <a:off x="1066963" y="2320290"/>
            <a:ext cx="1211580" cy="617220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OCM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8D2554C-3ECD-4456-4920-D90A6732ADA2}"/>
              </a:ext>
            </a:extLst>
          </p:cNvPr>
          <p:cNvSpPr/>
          <p:nvPr/>
        </p:nvSpPr>
        <p:spPr>
          <a:xfrm>
            <a:off x="1066963" y="3246120"/>
            <a:ext cx="1211580" cy="61722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Assisted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Installer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BDC52C9-99EF-2B79-1CB3-1F86DEAFFE3B}"/>
              </a:ext>
            </a:extLst>
          </p:cNvPr>
          <p:cNvSpPr/>
          <p:nvPr/>
        </p:nvSpPr>
        <p:spPr>
          <a:xfrm>
            <a:off x="1066963" y="4149502"/>
            <a:ext cx="1211580" cy="617220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HIVE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F3FDEB5-7646-056F-65E6-75DA712DD9BF}"/>
              </a:ext>
            </a:extLst>
          </p:cNvPr>
          <p:cNvSpPr/>
          <p:nvPr/>
        </p:nvSpPr>
        <p:spPr>
          <a:xfrm>
            <a:off x="1066963" y="5217795"/>
            <a:ext cx="1211580" cy="617220"/>
          </a:xfrm>
          <a:prstGeom prst="roundRect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Bare Metal</a:t>
            </a:r>
          </a:p>
          <a:p>
            <a:pPr algn="ctr"/>
            <a:r>
              <a:rPr lang="en-US" sz="1400" b="1" dirty="0"/>
              <a:t>Operator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6B7DA019-63CD-C4EA-E2F7-0E900A01B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1365824"/>
            <a:ext cx="617220" cy="617220"/>
          </a:xfrm>
          <a:prstGeom prst="rect">
            <a:avLst/>
          </a:prstGeom>
        </p:spPr>
      </p:pic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E7A1899-A9FE-C99E-2BCE-3BC1C034858A}"/>
              </a:ext>
            </a:extLst>
          </p:cNvPr>
          <p:cNvSpPr/>
          <p:nvPr/>
        </p:nvSpPr>
        <p:spPr>
          <a:xfrm>
            <a:off x="6381346" y="971550"/>
            <a:ext cx="2682644" cy="5429250"/>
          </a:xfrm>
          <a:prstGeom prst="roundRect">
            <a:avLst>
              <a:gd name="adj" fmla="val 1117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FE6C4820-CDEA-7BAC-52F0-42028F45530A}"/>
              </a:ext>
            </a:extLst>
          </p:cNvPr>
          <p:cNvSpPr/>
          <p:nvPr/>
        </p:nvSpPr>
        <p:spPr>
          <a:xfrm>
            <a:off x="7116878" y="5706114"/>
            <a:ext cx="1211580" cy="617220"/>
          </a:xfrm>
          <a:prstGeom prst="roundRect">
            <a:avLst>
              <a:gd name="adj" fmla="val 27778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BMC</a:t>
            </a:r>
          </a:p>
        </p:txBody>
      </p:sp>
      <p:grpSp>
        <p:nvGrpSpPr>
          <p:cNvPr id="1096" name="Group 1095">
            <a:extLst>
              <a:ext uri="{FF2B5EF4-FFF2-40B4-BE49-F238E27FC236}">
                <a16:creationId xmlns:a16="http://schemas.microsoft.com/office/drawing/2014/main" id="{E1A1C8EC-48F8-D99D-3251-D53DA1368E3A}"/>
              </a:ext>
            </a:extLst>
          </p:cNvPr>
          <p:cNvGrpSpPr/>
          <p:nvPr/>
        </p:nvGrpSpPr>
        <p:grpSpPr>
          <a:xfrm>
            <a:off x="6739702" y="1366492"/>
            <a:ext cx="1928264" cy="2914773"/>
            <a:chOff x="6758536" y="1308674"/>
            <a:chExt cx="1928264" cy="2914773"/>
          </a:xfrm>
        </p:grpSpPr>
        <p:grpSp>
          <p:nvGrpSpPr>
            <p:cNvPr id="1095" name="Group 1094">
              <a:extLst>
                <a:ext uri="{FF2B5EF4-FFF2-40B4-BE49-F238E27FC236}">
                  <a16:creationId xmlns:a16="http://schemas.microsoft.com/office/drawing/2014/main" id="{BD5FEC76-2664-9F5D-A91B-BB144C53C3CE}"/>
                </a:ext>
              </a:extLst>
            </p:cNvPr>
            <p:cNvGrpSpPr/>
            <p:nvPr/>
          </p:nvGrpSpPr>
          <p:grpSpPr>
            <a:xfrm>
              <a:off x="6758536" y="1308674"/>
              <a:ext cx="1928264" cy="2914773"/>
              <a:chOff x="6758536" y="1308674"/>
              <a:chExt cx="1928264" cy="2914773"/>
            </a:xfrm>
          </p:grpSpPr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AF561454-8C2C-81F4-AFAA-83BB25D55422}"/>
                  </a:ext>
                </a:extLst>
              </p:cNvPr>
              <p:cNvSpPr/>
              <p:nvPr/>
            </p:nvSpPr>
            <p:spPr>
              <a:xfrm>
                <a:off x="6758536" y="1416908"/>
                <a:ext cx="1928264" cy="2806539"/>
              </a:xfrm>
              <a:prstGeom prst="roundRect">
                <a:avLst>
                  <a:gd name="adj" fmla="val 12928"/>
                </a:avLst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9B5E0349-6288-48B4-2C57-8B23BED54F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781396" y="1308674"/>
                <a:ext cx="617220" cy="617220"/>
              </a:xfrm>
              <a:prstGeom prst="rect">
                <a:avLst/>
              </a:prstGeom>
            </p:spPr>
          </p:pic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6AD4BC7-FE2D-EBBA-AF25-B18541D67D1A}"/>
                </a:ext>
              </a:extLst>
            </p:cNvPr>
            <p:cNvSpPr txBox="1"/>
            <p:nvPr/>
          </p:nvSpPr>
          <p:spPr>
            <a:xfrm>
              <a:off x="7250430" y="1368594"/>
              <a:ext cx="6972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SNO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979143B3-489A-3918-8F7E-39BE247224D7}"/>
              </a:ext>
            </a:extLst>
          </p:cNvPr>
          <p:cNvSpPr txBox="1"/>
          <p:nvPr/>
        </p:nvSpPr>
        <p:spPr>
          <a:xfrm>
            <a:off x="6498079" y="971550"/>
            <a:ext cx="13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Bare Metal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8000BE2-0E89-777B-D445-6510E3AD38C6}"/>
              </a:ext>
            </a:extLst>
          </p:cNvPr>
          <p:cNvSpPr txBox="1"/>
          <p:nvPr/>
        </p:nvSpPr>
        <p:spPr>
          <a:xfrm>
            <a:off x="1015411" y="965980"/>
            <a:ext cx="13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HUB Cluster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798DBB5C-5A98-5EF4-EF06-039FBF83F598}"/>
              </a:ext>
            </a:extLst>
          </p:cNvPr>
          <p:cNvSpPr/>
          <p:nvPr/>
        </p:nvSpPr>
        <p:spPr>
          <a:xfrm>
            <a:off x="7116878" y="4674870"/>
            <a:ext cx="1211580" cy="617220"/>
          </a:xfrm>
          <a:prstGeom prst="roundRect">
            <a:avLst>
              <a:gd name="adj" fmla="val 27778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Discovery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Agent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E0E796-B481-E9C2-1613-60E83FFE0894}"/>
              </a:ext>
            </a:extLst>
          </p:cNvPr>
          <p:cNvSpPr txBox="1"/>
          <p:nvPr/>
        </p:nvSpPr>
        <p:spPr>
          <a:xfrm>
            <a:off x="4080679" y="148324"/>
            <a:ext cx="4736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ZTP (</a:t>
            </a:r>
            <a:r>
              <a:rPr lang="en-US" sz="2000" dirty="0"/>
              <a:t>Zero Touch Provisioning</a:t>
            </a:r>
            <a:r>
              <a:rPr lang="en-US" sz="2000" b="1" dirty="0"/>
              <a:t>) Workflow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8F4B1D2-30EA-1DE2-91D1-5E8E8B79BF0F}"/>
              </a:ext>
            </a:extLst>
          </p:cNvPr>
          <p:cNvSpPr txBox="1"/>
          <p:nvPr/>
        </p:nvSpPr>
        <p:spPr>
          <a:xfrm>
            <a:off x="9323304" y="1415146"/>
            <a:ext cx="24116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&gt;</a:t>
            </a:r>
            <a:r>
              <a:rPr lang="en-US" sz="1400" b="1" dirty="0"/>
              <a:t> BMO boots BM via BMC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EC04698-BF82-EC84-526B-F4B390ADE042}"/>
              </a:ext>
            </a:extLst>
          </p:cNvPr>
          <p:cNvSpPr txBox="1"/>
          <p:nvPr/>
        </p:nvSpPr>
        <p:spPr>
          <a:xfrm>
            <a:off x="1066963" y="6388408"/>
            <a:ext cx="65039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BMC – </a:t>
            </a:r>
            <a:r>
              <a:rPr lang="en-US" sz="1400" dirty="0"/>
              <a:t>Baseboard Management Controller  </a:t>
            </a:r>
            <a:r>
              <a:rPr lang="en-US" sz="1400" b="1" dirty="0"/>
              <a:t>BM - </a:t>
            </a:r>
            <a:r>
              <a:rPr lang="en-US" sz="1400" dirty="0"/>
              <a:t>Bare Metal  </a:t>
            </a:r>
            <a:r>
              <a:rPr lang="en-US" sz="1400" b="1" dirty="0"/>
              <a:t>AI- </a:t>
            </a:r>
            <a:r>
              <a:rPr lang="en-US" sz="1400" dirty="0"/>
              <a:t>Assisted Installer  </a:t>
            </a:r>
            <a:r>
              <a:rPr lang="en-US" sz="1400" b="1" dirty="0"/>
              <a:t>BMO - </a:t>
            </a:r>
            <a:r>
              <a:rPr lang="en-US" sz="1400" dirty="0"/>
              <a:t>Bare Metal Operator  </a:t>
            </a:r>
            <a:r>
              <a:rPr lang="en-US" sz="1400" b="1" dirty="0"/>
              <a:t>OCM</a:t>
            </a:r>
            <a:r>
              <a:rPr lang="en-US" sz="1400" dirty="0"/>
              <a:t> – Open Cluster Management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C839919-4F45-976A-262F-2B37B0AA5B07}"/>
              </a:ext>
            </a:extLst>
          </p:cNvPr>
          <p:cNvSpPr txBox="1"/>
          <p:nvPr/>
        </p:nvSpPr>
        <p:spPr>
          <a:xfrm>
            <a:off x="9323304" y="1787459"/>
            <a:ext cx="2582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&gt;</a:t>
            </a:r>
            <a:r>
              <a:rPr lang="en-US" sz="1400" b="1" dirty="0"/>
              <a:t> AI Discovery Agents report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B58DFAF-31F7-061C-8D10-CA7A54BA5363}"/>
              </a:ext>
            </a:extLst>
          </p:cNvPr>
          <p:cNvSpPr txBox="1"/>
          <p:nvPr/>
        </p:nvSpPr>
        <p:spPr>
          <a:xfrm>
            <a:off x="9323304" y="2155728"/>
            <a:ext cx="2582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&gt;</a:t>
            </a:r>
            <a:r>
              <a:rPr lang="en-US" sz="1400" b="1" dirty="0"/>
              <a:t> Installation Starts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854A82-7367-A16B-D944-E34CA58BD71D}"/>
              </a:ext>
            </a:extLst>
          </p:cNvPr>
          <p:cNvSpPr txBox="1"/>
          <p:nvPr/>
        </p:nvSpPr>
        <p:spPr>
          <a:xfrm>
            <a:off x="9323304" y="2497871"/>
            <a:ext cx="2582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&gt;</a:t>
            </a:r>
            <a:r>
              <a:rPr lang="en-US" sz="1400" b="1" dirty="0"/>
              <a:t> OCP Installed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89F69A7-80D4-C59B-0475-8A506EB5C24F}"/>
              </a:ext>
            </a:extLst>
          </p:cNvPr>
          <p:cNvSpPr txBox="1"/>
          <p:nvPr/>
        </p:nvSpPr>
        <p:spPr>
          <a:xfrm>
            <a:off x="9323304" y="3225742"/>
            <a:ext cx="2582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&gt;</a:t>
            </a:r>
            <a:r>
              <a:rPr lang="en-US" sz="1400" b="1" dirty="0"/>
              <a:t> OCM Import Cluster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F8D32756-BAB1-01AD-72A0-035624007899}"/>
              </a:ext>
            </a:extLst>
          </p:cNvPr>
          <p:cNvSpPr/>
          <p:nvPr/>
        </p:nvSpPr>
        <p:spPr>
          <a:xfrm>
            <a:off x="3216573" y="3246120"/>
            <a:ext cx="617220" cy="617220"/>
          </a:xfrm>
          <a:prstGeom prst="roundRect">
            <a:avLst>
              <a:gd name="adj" fmla="val 50000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ISO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F620E47-12C9-6CD9-F3FA-56941B61E2C4}"/>
              </a:ext>
            </a:extLst>
          </p:cNvPr>
          <p:cNvSpPr txBox="1"/>
          <p:nvPr/>
        </p:nvSpPr>
        <p:spPr>
          <a:xfrm>
            <a:off x="9323304" y="1042833"/>
            <a:ext cx="2582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&gt;</a:t>
            </a:r>
            <a:r>
              <a:rPr lang="en-US" sz="1400" b="1" dirty="0"/>
              <a:t> AI Creates Discovery ISO</a:t>
            </a:r>
          </a:p>
        </p:txBody>
      </p: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C74E401B-6DA4-3DCA-A91D-8E754C4544E9}"/>
              </a:ext>
            </a:extLst>
          </p:cNvPr>
          <p:cNvGrpSpPr/>
          <p:nvPr/>
        </p:nvGrpSpPr>
        <p:grpSpPr>
          <a:xfrm>
            <a:off x="2260247" y="3355888"/>
            <a:ext cx="1001828" cy="461665"/>
            <a:chOff x="2260247" y="3355888"/>
            <a:chExt cx="1001828" cy="461665"/>
          </a:xfrm>
        </p:grpSpPr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B9CDA4E1-73DD-5F8F-9878-7ED5ED0DDAD8}"/>
                </a:ext>
              </a:extLst>
            </p:cNvPr>
            <p:cNvSpPr txBox="1"/>
            <p:nvPr/>
          </p:nvSpPr>
          <p:spPr>
            <a:xfrm>
              <a:off x="2260247" y="3355888"/>
              <a:ext cx="10018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Creates</a:t>
              </a:r>
            </a:p>
            <a:p>
              <a:pPr algn="ctr"/>
              <a:r>
                <a:rPr lang="en-US" sz="1200" b="1" dirty="0"/>
                <a:t>Discovery</a:t>
              </a:r>
            </a:p>
          </p:txBody>
        </p:sp>
        <p:cxnSp>
          <p:nvCxnSpPr>
            <p:cNvPr id="1029" name="Straight Arrow Connector 1028">
              <a:extLst>
                <a:ext uri="{FF2B5EF4-FFF2-40B4-BE49-F238E27FC236}">
                  <a16:creationId xmlns:a16="http://schemas.microsoft.com/office/drawing/2014/main" id="{CA9BB23A-72FF-3813-F23B-6C1483A027F2}"/>
                </a:ext>
              </a:extLst>
            </p:cNvPr>
            <p:cNvCxnSpPr/>
            <p:nvPr/>
          </p:nvCxnSpPr>
          <p:spPr>
            <a:xfrm>
              <a:off x="2314510" y="3589264"/>
              <a:ext cx="893301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61" name="Straight Arrow Connector 1060">
            <a:extLst>
              <a:ext uri="{FF2B5EF4-FFF2-40B4-BE49-F238E27FC236}">
                <a16:creationId xmlns:a16="http://schemas.microsoft.com/office/drawing/2014/main" id="{A4DFC89A-D05C-6FEA-B792-0B3755D8F1C0}"/>
              </a:ext>
            </a:extLst>
          </p:cNvPr>
          <p:cNvCxnSpPr/>
          <p:nvPr/>
        </p:nvCxnSpPr>
        <p:spPr>
          <a:xfrm flipV="1">
            <a:off x="7722668" y="5292090"/>
            <a:ext cx="0" cy="414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4" name="Group 1063">
            <a:extLst>
              <a:ext uri="{FF2B5EF4-FFF2-40B4-BE49-F238E27FC236}">
                <a16:creationId xmlns:a16="http://schemas.microsoft.com/office/drawing/2014/main" id="{CEF8D2E1-98FB-03C9-C39E-97617D974BF0}"/>
              </a:ext>
            </a:extLst>
          </p:cNvPr>
          <p:cNvGrpSpPr/>
          <p:nvPr/>
        </p:nvGrpSpPr>
        <p:grpSpPr>
          <a:xfrm>
            <a:off x="2278543" y="3863339"/>
            <a:ext cx="4838335" cy="1971676"/>
            <a:chOff x="2278543" y="3863339"/>
            <a:chExt cx="4838335" cy="1971676"/>
          </a:xfrm>
        </p:grpSpPr>
        <p:grpSp>
          <p:nvGrpSpPr>
            <p:cNvPr id="1053" name="Group 1052">
              <a:extLst>
                <a:ext uri="{FF2B5EF4-FFF2-40B4-BE49-F238E27FC236}">
                  <a16:creationId xmlns:a16="http://schemas.microsoft.com/office/drawing/2014/main" id="{E375CC4A-E23D-0639-ECCC-861712382670}"/>
                </a:ext>
              </a:extLst>
            </p:cNvPr>
            <p:cNvGrpSpPr/>
            <p:nvPr/>
          </p:nvGrpSpPr>
          <p:grpSpPr>
            <a:xfrm>
              <a:off x="2278543" y="3863339"/>
              <a:ext cx="4838335" cy="1971676"/>
              <a:chOff x="2278543" y="3863339"/>
              <a:chExt cx="3683905" cy="2014241"/>
            </a:xfrm>
          </p:grpSpPr>
          <p:cxnSp>
            <p:nvCxnSpPr>
              <p:cNvPr id="1048" name="Straight Arrow Connector 1047">
                <a:extLst>
                  <a:ext uri="{FF2B5EF4-FFF2-40B4-BE49-F238E27FC236}">
                    <a16:creationId xmlns:a16="http://schemas.microsoft.com/office/drawing/2014/main" id="{791B55ED-DC91-AFB1-0672-4524C8D2B463}"/>
                  </a:ext>
                </a:extLst>
              </p:cNvPr>
              <p:cNvCxnSpPr>
                <a:cxnSpLocks/>
                <a:stCxn id="33" idx="3"/>
              </p:cNvCxnSpPr>
              <p:nvPr/>
            </p:nvCxnSpPr>
            <p:spPr>
              <a:xfrm flipV="1">
                <a:off x="2278543" y="3863339"/>
                <a:ext cx="1029955" cy="1698967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9" name="Straight Arrow Connector 1048">
                <a:extLst>
                  <a:ext uri="{FF2B5EF4-FFF2-40B4-BE49-F238E27FC236}">
                    <a16:creationId xmlns:a16="http://schemas.microsoft.com/office/drawing/2014/main" id="{483352E4-3BAA-2674-4216-B234A954AE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08498" y="3870913"/>
                <a:ext cx="2653950" cy="2006667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63" name="TextBox 1062">
              <a:extLst>
                <a:ext uri="{FF2B5EF4-FFF2-40B4-BE49-F238E27FC236}">
                  <a16:creationId xmlns:a16="http://schemas.microsoft.com/office/drawing/2014/main" id="{CA7D3650-9802-103E-FCA1-F9858697BE81}"/>
                </a:ext>
              </a:extLst>
            </p:cNvPr>
            <p:cNvSpPr txBox="1"/>
            <p:nvPr/>
          </p:nvSpPr>
          <p:spPr>
            <a:xfrm>
              <a:off x="3360540" y="4018481"/>
              <a:ext cx="8686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BOOT</a:t>
              </a:r>
            </a:p>
          </p:txBody>
        </p:sp>
      </p:grpSp>
      <p:grpSp>
        <p:nvGrpSpPr>
          <p:cNvPr id="1070" name="Group 1069">
            <a:extLst>
              <a:ext uri="{FF2B5EF4-FFF2-40B4-BE49-F238E27FC236}">
                <a16:creationId xmlns:a16="http://schemas.microsoft.com/office/drawing/2014/main" id="{FEB80762-EB66-87E3-28AD-E143936152D2}"/>
              </a:ext>
            </a:extLst>
          </p:cNvPr>
          <p:cNvGrpSpPr/>
          <p:nvPr/>
        </p:nvGrpSpPr>
        <p:grpSpPr>
          <a:xfrm>
            <a:off x="2310612" y="3628165"/>
            <a:ext cx="5554312" cy="1355315"/>
            <a:chOff x="2310612" y="3628165"/>
            <a:chExt cx="5554312" cy="1355315"/>
          </a:xfrm>
        </p:grpSpPr>
        <p:cxnSp>
          <p:nvCxnSpPr>
            <p:cNvPr id="1066" name="Straight Arrow Connector 1065">
              <a:extLst>
                <a:ext uri="{FF2B5EF4-FFF2-40B4-BE49-F238E27FC236}">
                  <a16:creationId xmlns:a16="http://schemas.microsoft.com/office/drawing/2014/main" id="{96AB453D-0162-05E4-9BCF-5CE8C9340887}"/>
                </a:ext>
              </a:extLst>
            </p:cNvPr>
            <p:cNvCxnSpPr>
              <a:cxnSpLocks/>
            </p:cNvCxnSpPr>
            <p:nvPr/>
          </p:nvCxnSpPr>
          <p:spPr>
            <a:xfrm>
              <a:off x="2310612" y="3628165"/>
              <a:ext cx="4779394" cy="135531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8" name="TextBox 1067">
              <a:extLst>
                <a:ext uri="{FF2B5EF4-FFF2-40B4-BE49-F238E27FC236}">
                  <a16:creationId xmlns:a16="http://schemas.microsoft.com/office/drawing/2014/main" id="{DEF0AA2A-77E9-C87E-FF26-1545D0DA7969}"/>
                </a:ext>
              </a:extLst>
            </p:cNvPr>
            <p:cNvSpPr txBox="1"/>
            <p:nvPr/>
          </p:nvSpPr>
          <p:spPr>
            <a:xfrm rot="930003">
              <a:off x="4141920" y="4282112"/>
              <a:ext cx="25829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FF0000"/>
                  </a:solidFill>
                </a:rPr>
                <a:t>&lt;</a:t>
              </a:r>
              <a:r>
                <a:rPr lang="en-US" sz="1200" b="1" dirty="0"/>
                <a:t> Discovery Agents report AI</a:t>
              </a:r>
            </a:p>
          </p:txBody>
        </p:sp>
        <p:sp>
          <p:nvSpPr>
            <p:cNvPr id="1069" name="TextBox 1068">
              <a:extLst>
                <a:ext uri="{FF2B5EF4-FFF2-40B4-BE49-F238E27FC236}">
                  <a16:creationId xmlns:a16="http://schemas.microsoft.com/office/drawing/2014/main" id="{79AB9C15-1FE6-ED6C-139C-06EE4B4B04A9}"/>
                </a:ext>
              </a:extLst>
            </p:cNvPr>
            <p:cNvSpPr txBox="1"/>
            <p:nvPr/>
          </p:nvSpPr>
          <p:spPr>
            <a:xfrm rot="930003">
              <a:off x="3663788" y="4556372"/>
              <a:ext cx="42011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FF0000"/>
                  </a:solidFill>
                </a:rPr>
                <a:t>&gt; </a:t>
              </a:r>
              <a:r>
                <a:rPr lang="en-US" sz="1200" b="1" dirty="0"/>
                <a:t>Discovery Agents collect HW &amp; NW info from AI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EF4012F6-B232-4277-4931-4ED93376726B}"/>
              </a:ext>
            </a:extLst>
          </p:cNvPr>
          <p:cNvSpPr txBox="1"/>
          <p:nvPr/>
        </p:nvSpPr>
        <p:spPr>
          <a:xfrm>
            <a:off x="9323304" y="2864388"/>
            <a:ext cx="2582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&gt;</a:t>
            </a:r>
            <a:r>
              <a:rPr lang="en-US" sz="1400" b="1" dirty="0"/>
              <a:t> HIVE reports to OCM</a:t>
            </a:r>
          </a:p>
        </p:txBody>
      </p:sp>
      <p:grpSp>
        <p:nvGrpSpPr>
          <p:cNvPr id="1083" name="Group 1082">
            <a:extLst>
              <a:ext uri="{FF2B5EF4-FFF2-40B4-BE49-F238E27FC236}">
                <a16:creationId xmlns:a16="http://schemas.microsoft.com/office/drawing/2014/main" id="{A75C27EF-7133-B706-2E1A-306E31EA6463}"/>
              </a:ext>
            </a:extLst>
          </p:cNvPr>
          <p:cNvGrpSpPr/>
          <p:nvPr/>
        </p:nvGrpSpPr>
        <p:grpSpPr>
          <a:xfrm>
            <a:off x="2278544" y="2628901"/>
            <a:ext cx="634892" cy="1790847"/>
            <a:chOff x="2278544" y="2628901"/>
            <a:chExt cx="634892" cy="1790847"/>
          </a:xfrm>
        </p:grpSpPr>
        <p:grpSp>
          <p:nvGrpSpPr>
            <p:cNvPr id="1079" name="Group 1078">
              <a:extLst>
                <a:ext uri="{FF2B5EF4-FFF2-40B4-BE49-F238E27FC236}">
                  <a16:creationId xmlns:a16="http://schemas.microsoft.com/office/drawing/2014/main" id="{DFB10C02-5255-3EA0-0863-6959555C9BEB}"/>
                </a:ext>
              </a:extLst>
            </p:cNvPr>
            <p:cNvGrpSpPr/>
            <p:nvPr/>
          </p:nvGrpSpPr>
          <p:grpSpPr>
            <a:xfrm>
              <a:off x="2278544" y="2628901"/>
              <a:ext cx="387807" cy="1786142"/>
              <a:chOff x="2278544" y="2628900"/>
              <a:chExt cx="2421766" cy="3206115"/>
            </a:xfrm>
          </p:grpSpPr>
          <p:cxnSp>
            <p:nvCxnSpPr>
              <p:cNvPr id="1076" name="Connector: Elbow 1075">
                <a:extLst>
                  <a:ext uri="{FF2B5EF4-FFF2-40B4-BE49-F238E27FC236}">
                    <a16:creationId xmlns:a16="http://schemas.microsoft.com/office/drawing/2014/main" id="{E4313410-9C9C-52F5-7651-449FF3DA076B}"/>
                  </a:ext>
                </a:extLst>
              </p:cNvPr>
              <p:cNvCxnSpPr>
                <a:endCxn id="30" idx="3"/>
              </p:cNvCxnSpPr>
              <p:nvPr/>
            </p:nvCxnSpPr>
            <p:spPr>
              <a:xfrm rot="16200000" flipV="1">
                <a:off x="1886369" y="3021075"/>
                <a:ext cx="3206115" cy="2421766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8" name="Straight Connector 1077">
                <a:extLst>
                  <a:ext uri="{FF2B5EF4-FFF2-40B4-BE49-F238E27FC236}">
                    <a16:creationId xmlns:a16="http://schemas.microsoft.com/office/drawing/2014/main" id="{4AF4CF57-D359-4BD9-C4BC-B5503B60D7C1}"/>
                  </a:ext>
                </a:extLst>
              </p:cNvPr>
              <p:cNvCxnSpPr/>
              <p:nvPr/>
            </p:nvCxnSpPr>
            <p:spPr>
              <a:xfrm>
                <a:off x="2310612" y="5835015"/>
                <a:ext cx="238969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80" name="TextBox 1079">
              <a:extLst>
                <a:ext uri="{FF2B5EF4-FFF2-40B4-BE49-F238E27FC236}">
                  <a16:creationId xmlns:a16="http://schemas.microsoft.com/office/drawing/2014/main" id="{4A2CDE17-D2C9-D2F1-0C11-9DA61D8C3DD9}"/>
                </a:ext>
              </a:extLst>
            </p:cNvPr>
            <p:cNvSpPr txBox="1"/>
            <p:nvPr/>
          </p:nvSpPr>
          <p:spPr>
            <a:xfrm rot="5400000">
              <a:off x="1983352" y="3489664"/>
              <a:ext cx="15831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HIVE reports to OCM</a:t>
              </a:r>
            </a:p>
          </p:txBody>
        </p:sp>
      </p:grpSp>
      <p:grpSp>
        <p:nvGrpSpPr>
          <p:cNvPr id="1085" name="Group 1084">
            <a:extLst>
              <a:ext uri="{FF2B5EF4-FFF2-40B4-BE49-F238E27FC236}">
                <a16:creationId xmlns:a16="http://schemas.microsoft.com/office/drawing/2014/main" id="{F9A3E339-69ED-1181-2786-2E7C2D49FCCE}"/>
              </a:ext>
            </a:extLst>
          </p:cNvPr>
          <p:cNvGrpSpPr/>
          <p:nvPr/>
        </p:nvGrpSpPr>
        <p:grpSpPr>
          <a:xfrm>
            <a:off x="7035082" y="4261258"/>
            <a:ext cx="1580916" cy="414024"/>
            <a:chOff x="7035082" y="4261258"/>
            <a:chExt cx="1580916" cy="414024"/>
          </a:xfrm>
        </p:grpSpPr>
        <p:cxnSp>
          <p:nvCxnSpPr>
            <p:cNvPr id="1062" name="Straight Arrow Connector 1061">
              <a:extLst>
                <a:ext uri="{FF2B5EF4-FFF2-40B4-BE49-F238E27FC236}">
                  <a16:creationId xmlns:a16="http://schemas.microsoft.com/office/drawing/2014/main" id="{B49D94DF-AD34-CA94-7010-CF28ACB12122}"/>
                </a:ext>
              </a:extLst>
            </p:cNvPr>
            <p:cNvCxnSpPr/>
            <p:nvPr/>
          </p:nvCxnSpPr>
          <p:spPr>
            <a:xfrm flipV="1">
              <a:off x="7745326" y="4261258"/>
              <a:ext cx="0" cy="41402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4" name="TextBox 1083">
              <a:extLst>
                <a:ext uri="{FF2B5EF4-FFF2-40B4-BE49-F238E27FC236}">
                  <a16:creationId xmlns:a16="http://schemas.microsoft.com/office/drawing/2014/main" id="{6FE48C8B-2013-2B3A-FE31-7C000FF4D1A0}"/>
                </a:ext>
              </a:extLst>
            </p:cNvPr>
            <p:cNvSpPr txBox="1"/>
            <p:nvPr/>
          </p:nvSpPr>
          <p:spPr>
            <a:xfrm>
              <a:off x="7035082" y="4328021"/>
              <a:ext cx="15809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Installation Starts</a:t>
              </a:r>
            </a:p>
          </p:txBody>
        </p:sp>
      </p:grpSp>
      <p:sp>
        <p:nvSpPr>
          <p:cNvPr id="1086" name="TextBox 1085">
            <a:extLst>
              <a:ext uri="{FF2B5EF4-FFF2-40B4-BE49-F238E27FC236}">
                <a16:creationId xmlns:a16="http://schemas.microsoft.com/office/drawing/2014/main" id="{C2AD1422-5ECC-3BB8-92ED-B2F16D4E3456}"/>
              </a:ext>
            </a:extLst>
          </p:cNvPr>
          <p:cNvSpPr txBox="1"/>
          <p:nvPr/>
        </p:nvSpPr>
        <p:spPr>
          <a:xfrm>
            <a:off x="7153292" y="3919995"/>
            <a:ext cx="12573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OCP Installed</a:t>
            </a:r>
          </a:p>
        </p:txBody>
      </p:sp>
      <p:grpSp>
        <p:nvGrpSpPr>
          <p:cNvPr id="1090" name="Group 1089">
            <a:extLst>
              <a:ext uri="{FF2B5EF4-FFF2-40B4-BE49-F238E27FC236}">
                <a16:creationId xmlns:a16="http://schemas.microsoft.com/office/drawing/2014/main" id="{B8ACB8F6-675F-ED93-33A7-A297F981A9DA}"/>
              </a:ext>
            </a:extLst>
          </p:cNvPr>
          <p:cNvGrpSpPr/>
          <p:nvPr/>
        </p:nvGrpSpPr>
        <p:grpSpPr>
          <a:xfrm>
            <a:off x="2260247" y="2248011"/>
            <a:ext cx="4713699" cy="307777"/>
            <a:chOff x="2260247" y="2248011"/>
            <a:chExt cx="4713699" cy="307777"/>
          </a:xfrm>
        </p:grpSpPr>
        <p:cxnSp>
          <p:nvCxnSpPr>
            <p:cNvPr id="1088" name="Straight Arrow Connector 1087">
              <a:extLst>
                <a:ext uri="{FF2B5EF4-FFF2-40B4-BE49-F238E27FC236}">
                  <a16:creationId xmlns:a16="http://schemas.microsoft.com/office/drawing/2014/main" id="{B1895817-3F94-33B3-5E5C-D4F4CB812D8A}"/>
                </a:ext>
              </a:extLst>
            </p:cNvPr>
            <p:cNvCxnSpPr/>
            <p:nvPr/>
          </p:nvCxnSpPr>
          <p:spPr>
            <a:xfrm>
              <a:off x="2260247" y="2497871"/>
              <a:ext cx="4639421" cy="0"/>
            </a:xfrm>
            <a:prstGeom prst="straightConnector1">
              <a:avLst/>
            </a:prstGeom>
            <a:ln w="285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CFAF5146-FBEB-2BEF-60C7-71BABFA02635}"/>
                </a:ext>
              </a:extLst>
            </p:cNvPr>
            <p:cNvSpPr txBox="1"/>
            <p:nvPr/>
          </p:nvSpPr>
          <p:spPr>
            <a:xfrm>
              <a:off x="4391000" y="2248011"/>
              <a:ext cx="258294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OCM Import Cluster</a:t>
              </a:r>
            </a:p>
          </p:txBody>
        </p:sp>
      </p:grpSp>
      <p:grpSp>
        <p:nvGrpSpPr>
          <p:cNvPr id="1094" name="Group 1093">
            <a:extLst>
              <a:ext uri="{FF2B5EF4-FFF2-40B4-BE49-F238E27FC236}">
                <a16:creationId xmlns:a16="http://schemas.microsoft.com/office/drawing/2014/main" id="{BDE1EBCC-632F-96C3-1B51-88F9C21E7C20}"/>
              </a:ext>
            </a:extLst>
          </p:cNvPr>
          <p:cNvGrpSpPr/>
          <p:nvPr/>
        </p:nvGrpSpPr>
        <p:grpSpPr>
          <a:xfrm>
            <a:off x="7209142" y="2856021"/>
            <a:ext cx="1353377" cy="316144"/>
            <a:chOff x="7209142" y="2856021"/>
            <a:chExt cx="1353377" cy="316144"/>
          </a:xfrm>
        </p:grpSpPr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C14C975F-6475-A352-0143-1D18DC1DF242}"/>
                </a:ext>
              </a:extLst>
            </p:cNvPr>
            <p:cNvSpPr txBox="1"/>
            <p:nvPr/>
          </p:nvSpPr>
          <p:spPr>
            <a:xfrm>
              <a:off x="7209142" y="2856021"/>
              <a:ext cx="13533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Apply Policies</a:t>
              </a:r>
            </a:p>
          </p:txBody>
        </p:sp>
        <p:cxnSp>
          <p:nvCxnSpPr>
            <p:cNvPr id="1092" name="Straight Arrow Connector 1091">
              <a:extLst>
                <a:ext uri="{FF2B5EF4-FFF2-40B4-BE49-F238E27FC236}">
                  <a16:creationId xmlns:a16="http://schemas.microsoft.com/office/drawing/2014/main" id="{88FB4F28-470D-11E6-7890-AC710D1A2E7A}"/>
                </a:ext>
              </a:extLst>
            </p:cNvPr>
            <p:cNvCxnSpPr/>
            <p:nvPr/>
          </p:nvCxnSpPr>
          <p:spPr>
            <a:xfrm>
              <a:off x="7684648" y="2880360"/>
              <a:ext cx="0" cy="291805"/>
            </a:xfrm>
            <a:prstGeom prst="straightConnector1">
              <a:avLst/>
            </a:prstGeom>
            <a:ln w="285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3" name="TextBox 1092">
            <a:extLst>
              <a:ext uri="{FF2B5EF4-FFF2-40B4-BE49-F238E27FC236}">
                <a16:creationId xmlns:a16="http://schemas.microsoft.com/office/drawing/2014/main" id="{E0A06DDA-904A-D081-CCC4-C7C7AFCB6983}"/>
              </a:ext>
            </a:extLst>
          </p:cNvPr>
          <p:cNvSpPr txBox="1"/>
          <p:nvPr/>
        </p:nvSpPr>
        <p:spPr>
          <a:xfrm>
            <a:off x="9319474" y="3586720"/>
            <a:ext cx="2582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&gt;</a:t>
            </a:r>
            <a:r>
              <a:rPr lang="en-US" sz="1400" b="1" dirty="0"/>
              <a:t> OCM apply policies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56B3BBD-0688-A773-1C76-0F3C40098E84}"/>
              </a:ext>
            </a:extLst>
          </p:cNvPr>
          <p:cNvSpPr/>
          <p:nvPr/>
        </p:nvSpPr>
        <p:spPr>
          <a:xfrm>
            <a:off x="6899669" y="2263140"/>
            <a:ext cx="1569960" cy="617220"/>
          </a:xfrm>
          <a:prstGeom prst="roundRect">
            <a:avLst>
              <a:gd name="adj" fmla="val 18519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Klusterlet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E45BD28-6B74-0E7F-5C83-B9D90E6D41CD}"/>
              </a:ext>
            </a:extLst>
          </p:cNvPr>
          <p:cNvSpPr/>
          <p:nvPr/>
        </p:nvSpPr>
        <p:spPr>
          <a:xfrm>
            <a:off x="6899668" y="3188970"/>
            <a:ext cx="1569961" cy="617220"/>
          </a:xfrm>
          <a:prstGeom prst="roundRect">
            <a:avLst>
              <a:gd name="adj" fmla="val 25926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AddOns</a:t>
            </a:r>
          </a:p>
        </p:txBody>
      </p:sp>
      <p:sp>
        <p:nvSpPr>
          <p:cNvPr id="1097" name="TextBox 1096">
            <a:extLst>
              <a:ext uri="{FF2B5EF4-FFF2-40B4-BE49-F238E27FC236}">
                <a16:creationId xmlns:a16="http://schemas.microsoft.com/office/drawing/2014/main" id="{8D27907A-B1AD-9249-F372-7A617375A5A4}"/>
              </a:ext>
            </a:extLst>
          </p:cNvPr>
          <p:cNvSpPr txBox="1"/>
          <p:nvPr/>
        </p:nvSpPr>
        <p:spPr>
          <a:xfrm>
            <a:off x="9319474" y="3987603"/>
            <a:ext cx="2582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&gt;</a:t>
            </a:r>
            <a:r>
              <a:rPr lang="en-US" sz="1400" b="1" dirty="0"/>
              <a:t> OCP SNO Cluster Ready</a:t>
            </a:r>
          </a:p>
        </p:txBody>
      </p:sp>
      <p:cxnSp>
        <p:nvCxnSpPr>
          <p:cNvPr id="1099" name="Straight Arrow Connector 1098">
            <a:extLst>
              <a:ext uri="{FF2B5EF4-FFF2-40B4-BE49-F238E27FC236}">
                <a16:creationId xmlns:a16="http://schemas.microsoft.com/office/drawing/2014/main" id="{C5735A1E-8ECD-AD1C-8A5D-3A566784B16C}"/>
              </a:ext>
            </a:extLst>
          </p:cNvPr>
          <p:cNvCxnSpPr/>
          <p:nvPr/>
        </p:nvCxnSpPr>
        <p:spPr>
          <a:xfrm>
            <a:off x="3935704" y="2651759"/>
            <a:ext cx="2963964" cy="0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ECAAE63-E528-BF2C-B98E-A923D4CA60AA}"/>
              </a:ext>
            </a:extLst>
          </p:cNvPr>
          <p:cNvSpPr txBox="1"/>
          <p:nvPr/>
        </p:nvSpPr>
        <p:spPr>
          <a:xfrm>
            <a:off x="4844143" y="2620258"/>
            <a:ext cx="912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SYNC</a:t>
            </a:r>
          </a:p>
        </p:txBody>
      </p:sp>
    </p:spTree>
    <p:extLst>
      <p:ext uri="{BB962C8B-B14F-4D97-AF65-F5344CB8AC3E}">
        <p14:creationId xmlns:p14="http://schemas.microsoft.com/office/powerpoint/2010/main" val="2563674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1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6" presetClass="entr" presetSubtype="16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4" dur="2000"/>
                                        <p:tgtEl>
                                          <p:spTgt spid="1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6" presetClass="exit" presetSubtype="32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84" dur="2000"/>
                                        <p:tgtEl>
                                          <p:spTgt spid="10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1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6" presetClass="entr" presetSubtype="21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4" dur="500"/>
                                        <p:tgtEl>
                                          <p:spTgt spid="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1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6" presetClass="entr" presetSubtype="16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7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xit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4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4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1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6" presetClass="entr" presetSubtype="16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6" dur="2000"/>
                                        <p:tgtEl>
                                          <p:spTgt spid="1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" presetClass="entr" presetSubtype="4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10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10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6" presetClass="entr" presetSubtype="16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4" grpId="1" animBg="1"/>
      <p:bldP spid="57" grpId="0"/>
      <p:bldP spid="59" grpId="0"/>
      <p:bldP spid="60" grpId="0"/>
      <p:bldP spid="61" grpId="0"/>
      <p:bldP spid="63" grpId="0"/>
      <p:bldP spid="47" grpId="0" animBg="1"/>
      <p:bldP spid="47" grpId="1" animBg="1"/>
      <p:bldP spid="56" grpId="0"/>
      <p:bldP spid="62" grpId="0"/>
      <p:bldP spid="1086" grpId="0"/>
      <p:bldP spid="1086" grpId="1"/>
      <p:bldP spid="1093" grpId="0"/>
      <p:bldP spid="45" grpId="0" animBg="1"/>
      <p:bldP spid="46" grpId="0" animBg="1"/>
      <p:bldP spid="1097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798426A-D2D2-0F8D-DBB6-BB6D2C870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18" descr="Virtual Server Icon Design for Modern ...">
            <a:extLst>
              <a:ext uri="{FF2B5EF4-FFF2-40B4-BE49-F238E27FC236}">
                <a16:creationId xmlns:a16="http://schemas.microsoft.com/office/drawing/2014/main" id="{794880E4-F954-B75B-CC7E-1839C75F7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1917" y="2602482"/>
            <a:ext cx="1152351" cy="115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nternet logo Images - Free Download on ...">
            <a:extLst>
              <a:ext uri="{FF2B5EF4-FFF2-40B4-BE49-F238E27FC236}">
                <a16:creationId xmlns:a16="http://schemas.microsoft.com/office/drawing/2014/main" id="{7088C41F-A557-67EA-184A-2FF2D52CC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902" y="3117384"/>
            <a:ext cx="269762" cy="269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ternet - Free signs icons">
            <a:extLst>
              <a:ext uri="{FF2B5EF4-FFF2-40B4-BE49-F238E27FC236}">
                <a16:creationId xmlns:a16="http://schemas.microsoft.com/office/drawing/2014/main" id="{3B312452-1813-B1C5-C664-2D5A48344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6220505" y="2717508"/>
            <a:ext cx="374877" cy="374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OpenShift - Wikipedia">
            <a:extLst>
              <a:ext uri="{FF2B5EF4-FFF2-40B4-BE49-F238E27FC236}">
                <a16:creationId xmlns:a16="http://schemas.microsoft.com/office/drawing/2014/main" id="{44C2CCD2-4B77-07AA-5695-A530FCB37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0017" y="1965961"/>
            <a:ext cx="1321190" cy="141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Openshift icon - Free Download PNG ...">
            <a:extLst>
              <a:ext uri="{FF2B5EF4-FFF2-40B4-BE49-F238E27FC236}">
                <a16:creationId xmlns:a16="http://schemas.microsoft.com/office/drawing/2014/main" id="{C7B7DC31-99C3-9D80-903B-FF497E343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8488" y="2258599"/>
            <a:ext cx="439859" cy="43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4" descr="CentOS Reviews 2026: Details, Pricing ...">
            <a:extLst>
              <a:ext uri="{FF2B5EF4-FFF2-40B4-BE49-F238E27FC236}">
                <a16:creationId xmlns:a16="http://schemas.microsoft.com/office/drawing/2014/main" id="{020BE94C-D7C3-370E-45EA-21AD4548D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3254" y="2804443"/>
            <a:ext cx="562617" cy="56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Docker full logo transparent PNG - StickPNG">
            <a:extLst>
              <a:ext uri="{FF2B5EF4-FFF2-40B4-BE49-F238E27FC236}">
                <a16:creationId xmlns:a16="http://schemas.microsoft.com/office/drawing/2014/main" id="{A7D1EF39-1BA4-166A-D114-2FEF6C5B3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9591" y="3198402"/>
            <a:ext cx="736485" cy="736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0" name="Picture 32" descr="Web server icon. colored outline icon ...">
            <a:extLst>
              <a:ext uri="{FF2B5EF4-FFF2-40B4-BE49-F238E27FC236}">
                <a16:creationId xmlns:a16="http://schemas.microsoft.com/office/drawing/2014/main" id="{5F855C18-7C42-DD69-3C52-C02AE6ACE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557" y="3539989"/>
            <a:ext cx="1108212" cy="73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4" descr="ThinkCentre M710 Tiny | 1L Micro ...">
            <a:extLst>
              <a:ext uri="{FF2B5EF4-FFF2-40B4-BE49-F238E27FC236}">
                <a16:creationId xmlns:a16="http://schemas.microsoft.com/office/drawing/2014/main" id="{46CAC421-24D3-8BCE-085D-9CDD2080B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0146" y="3892357"/>
            <a:ext cx="2138787" cy="1519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2D9FAA-5D9B-5629-5351-0D5EF349850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4741" y="4317594"/>
            <a:ext cx="430438" cy="4153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ED4BA3-FCA5-8BAF-056A-D00EA641C61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35179" y="4685830"/>
            <a:ext cx="296767" cy="263793"/>
          </a:xfrm>
          <a:prstGeom prst="rect">
            <a:avLst/>
          </a:prstGeom>
        </p:spPr>
      </p:pic>
      <p:pic>
        <p:nvPicPr>
          <p:cNvPr id="9" name="Picture 16" descr="TP-Link TL-MR3420 300 Mbps 2.4GHz 3G/4G ...">
            <a:extLst>
              <a:ext uri="{FF2B5EF4-FFF2-40B4-BE49-F238E27FC236}">
                <a16:creationId xmlns:a16="http://schemas.microsoft.com/office/drawing/2014/main" id="{7E858DC7-7F16-9EE6-F8E8-A81BD11A5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3826" y="2698458"/>
            <a:ext cx="1152351" cy="886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328A631-16ED-0A04-2686-EAA0D7BBB62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6445" y="2557491"/>
            <a:ext cx="1470373" cy="9802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FEBE080-74CE-1F51-B3BF-9AFBD91C06F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27397" y="4539337"/>
            <a:ext cx="525109" cy="562617"/>
          </a:xfrm>
          <a:prstGeom prst="rect">
            <a:avLst/>
          </a:prstGeom>
        </p:spPr>
      </p:pic>
      <p:pic>
        <p:nvPicPr>
          <p:cNvPr id="13" name="Picture 2" descr="DNS server RGB color icon stock vector ...">
            <a:extLst>
              <a:ext uri="{FF2B5EF4-FFF2-40B4-BE49-F238E27FC236}">
                <a16:creationId xmlns:a16="http://schemas.microsoft.com/office/drawing/2014/main" id="{4F5F5298-9F49-0F41-6F05-C3902B86E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11" y="4422633"/>
            <a:ext cx="837521" cy="837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729E929-BA01-FA3D-993F-DC2DC51A017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40230" y="4570617"/>
            <a:ext cx="510474" cy="469960"/>
          </a:xfrm>
          <a:prstGeom prst="rect">
            <a:avLst/>
          </a:prstGeom>
        </p:spPr>
      </p:pic>
      <p:pic>
        <p:nvPicPr>
          <p:cNvPr id="21" name="Picture 32" descr="Web server icon. colored outline icon ...">
            <a:extLst>
              <a:ext uri="{FF2B5EF4-FFF2-40B4-BE49-F238E27FC236}">
                <a16:creationId xmlns:a16="http://schemas.microsoft.com/office/drawing/2014/main" id="{F2EA3850-6B4B-454F-9C1F-C935E6A6E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7359" y="4916374"/>
            <a:ext cx="379911" cy="252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AFF857E-0D9E-7DF1-426F-D4E5C051C01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52275" y="4606648"/>
            <a:ext cx="943107" cy="847843"/>
          </a:xfrm>
          <a:prstGeom prst="rect">
            <a:avLst/>
          </a:prstGeom>
        </p:spPr>
      </p:pic>
      <p:pic>
        <p:nvPicPr>
          <p:cNvPr id="2" name="Picture 36" descr="Makisu, Computer User, system ...">
            <a:extLst>
              <a:ext uri="{FF2B5EF4-FFF2-40B4-BE49-F238E27FC236}">
                <a16:creationId xmlns:a16="http://schemas.microsoft.com/office/drawing/2014/main" id="{8179940C-B369-499D-AD3C-B21344A07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972584" y="4463296"/>
            <a:ext cx="447393" cy="447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0" descr="Openshift icon - Free Download PNG ...">
            <a:extLst>
              <a:ext uri="{FF2B5EF4-FFF2-40B4-BE49-F238E27FC236}">
                <a16:creationId xmlns:a16="http://schemas.microsoft.com/office/drawing/2014/main" id="{F8DA0BE7-0F47-7F6A-C6EC-44CE8D2D1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993" y="2084046"/>
            <a:ext cx="439859" cy="43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ED2B5A6-0404-CC65-B5EC-83EEC0C8561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47993" y="179846"/>
            <a:ext cx="1276528" cy="1276528"/>
          </a:xfrm>
          <a:prstGeom prst="rect">
            <a:avLst/>
          </a:prstGeom>
        </p:spPr>
      </p:pic>
      <p:pic>
        <p:nvPicPr>
          <p:cNvPr id="49" name="Picture 20" descr="Openshift icon - Free Download PNG ...">
            <a:extLst>
              <a:ext uri="{FF2B5EF4-FFF2-40B4-BE49-F238E27FC236}">
                <a16:creationId xmlns:a16="http://schemas.microsoft.com/office/drawing/2014/main" id="{CF65B5A7-213E-BBDC-7DF0-94156C793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439" y="386248"/>
            <a:ext cx="439859" cy="43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6" descr="Docker full logo transparent PNG - StickPNG">
            <a:extLst>
              <a:ext uri="{FF2B5EF4-FFF2-40B4-BE49-F238E27FC236}">
                <a16:creationId xmlns:a16="http://schemas.microsoft.com/office/drawing/2014/main" id="{9B19E7D8-4964-8497-1F58-207B886E2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1991" y="3350802"/>
            <a:ext cx="736485" cy="736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9FBFB3-BF57-D122-A87E-3AE98C4E234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79235" y="5344468"/>
            <a:ext cx="777849" cy="53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589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262</Words>
  <Application>Microsoft Office PowerPoint</Application>
  <PresentationFormat>Widescreen</PresentationFormat>
  <Paragraphs>99</Paragraphs>
  <Slides>4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57</cp:revision>
  <dcterms:created xsi:type="dcterms:W3CDTF">2026-02-28T08:10:40Z</dcterms:created>
  <dcterms:modified xsi:type="dcterms:W3CDTF">2026-03-01T08:07:48Z</dcterms:modified>
</cp:coreProperties>
</file>